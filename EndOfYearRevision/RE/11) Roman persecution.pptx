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sldIdLst>
    <p:sldId id="256" r:id="rId5"/>
    <p:sldId id="257" r:id="rId6"/>
    <p:sldId id="258" r:id="rId7"/>
    <p:sldId id="296" r:id="rId8"/>
    <p:sldId id="298" r:id="rId9"/>
    <p:sldId id="29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6C4C3D-B1C2-4D07-9FFC-96E7D54C8ABE}" v="5" dt="2026-02-03T11:12:34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 Graham" userId="483b05fd-8177-486f-86b5-05fb7fc73201" providerId="ADAL" clId="{17EC0F06-B6C8-4B2A-AE69-CD379420774C}"/>
    <pc:docChg chg="custSel addSld delSld modSld">
      <pc:chgData name="Cat Graham" userId="483b05fd-8177-486f-86b5-05fb7fc73201" providerId="ADAL" clId="{17EC0F06-B6C8-4B2A-AE69-CD379420774C}" dt="2026-02-03T11:20:58.842" v="335" actId="20577"/>
      <pc:docMkLst>
        <pc:docMk/>
      </pc:docMkLst>
      <pc:sldChg chg="del">
        <pc:chgData name="Cat Graham" userId="483b05fd-8177-486f-86b5-05fb7fc73201" providerId="ADAL" clId="{17EC0F06-B6C8-4B2A-AE69-CD379420774C}" dt="2026-02-03T11:14:22.613" v="324" actId="47"/>
        <pc:sldMkLst>
          <pc:docMk/>
          <pc:sldMk cId="2411540497" sldId="267"/>
        </pc:sldMkLst>
      </pc:sldChg>
      <pc:sldChg chg="modSp del mod">
        <pc:chgData name="Cat Graham" userId="483b05fd-8177-486f-86b5-05fb7fc73201" providerId="ADAL" clId="{17EC0F06-B6C8-4B2A-AE69-CD379420774C}" dt="2026-02-03T11:14:19.836" v="322" actId="47"/>
        <pc:sldMkLst>
          <pc:docMk/>
          <pc:sldMk cId="1207553606" sldId="273"/>
        </pc:sldMkLst>
        <pc:spChg chg="mod">
          <ac:chgData name="Cat Graham" userId="483b05fd-8177-486f-86b5-05fb7fc73201" providerId="ADAL" clId="{17EC0F06-B6C8-4B2A-AE69-CD379420774C}" dt="2026-02-03T11:14:09.153" v="320" actId="21"/>
          <ac:spMkLst>
            <pc:docMk/>
            <pc:sldMk cId="1207553606" sldId="273"/>
            <ac:spMk id="8" creationId="{681D459D-B66E-A244-8055-61953F61EBA4}"/>
          </ac:spMkLst>
        </pc:spChg>
      </pc:sldChg>
      <pc:sldChg chg="del">
        <pc:chgData name="Cat Graham" userId="483b05fd-8177-486f-86b5-05fb7fc73201" providerId="ADAL" clId="{17EC0F06-B6C8-4B2A-AE69-CD379420774C}" dt="2026-02-03T11:13:33.099" v="317" actId="47"/>
        <pc:sldMkLst>
          <pc:docMk/>
          <pc:sldMk cId="3094575090" sldId="287"/>
        </pc:sldMkLst>
      </pc:sldChg>
      <pc:sldChg chg="modSp del mod">
        <pc:chgData name="Cat Graham" userId="483b05fd-8177-486f-86b5-05fb7fc73201" providerId="ADAL" clId="{17EC0F06-B6C8-4B2A-AE69-CD379420774C}" dt="2026-02-03T11:13:43.444" v="319" actId="47"/>
        <pc:sldMkLst>
          <pc:docMk/>
          <pc:sldMk cId="1647802091" sldId="288"/>
        </pc:sldMkLst>
        <pc:spChg chg="mod">
          <ac:chgData name="Cat Graham" userId="483b05fd-8177-486f-86b5-05fb7fc73201" providerId="ADAL" clId="{17EC0F06-B6C8-4B2A-AE69-CD379420774C}" dt="2026-02-03T11:13:36.920" v="318" actId="21"/>
          <ac:spMkLst>
            <pc:docMk/>
            <pc:sldMk cId="1647802091" sldId="288"/>
            <ac:spMk id="3" creationId="{C5E0D82C-22EE-4E4A-BC66-C6F67C60D05D}"/>
          </ac:spMkLst>
        </pc:spChg>
      </pc:sldChg>
      <pc:sldChg chg="modSp del mod">
        <pc:chgData name="Cat Graham" userId="483b05fd-8177-486f-86b5-05fb7fc73201" providerId="ADAL" clId="{17EC0F06-B6C8-4B2A-AE69-CD379420774C}" dt="2026-02-03T11:14:20.867" v="323" actId="47"/>
        <pc:sldMkLst>
          <pc:docMk/>
          <pc:sldMk cId="2575272723" sldId="289"/>
        </pc:sldMkLst>
        <pc:spChg chg="mod">
          <ac:chgData name="Cat Graham" userId="483b05fd-8177-486f-86b5-05fb7fc73201" providerId="ADAL" clId="{17EC0F06-B6C8-4B2A-AE69-CD379420774C}" dt="2026-02-03T11:14:14.697" v="321" actId="21"/>
          <ac:spMkLst>
            <pc:docMk/>
            <pc:sldMk cId="2575272723" sldId="289"/>
            <ac:spMk id="8" creationId="{681D459D-B66E-A244-8055-61953F61EBA4}"/>
          </ac:spMkLst>
        </pc:spChg>
      </pc:sldChg>
      <pc:sldChg chg="del">
        <pc:chgData name="Cat Graham" userId="483b05fd-8177-486f-86b5-05fb7fc73201" providerId="ADAL" clId="{17EC0F06-B6C8-4B2A-AE69-CD379420774C}" dt="2026-02-03T11:15:10.813" v="328" actId="47"/>
        <pc:sldMkLst>
          <pc:docMk/>
          <pc:sldMk cId="3061350979" sldId="290"/>
        </pc:sldMkLst>
      </pc:sldChg>
      <pc:sldChg chg="modSp del mod">
        <pc:chgData name="Cat Graham" userId="483b05fd-8177-486f-86b5-05fb7fc73201" providerId="ADAL" clId="{17EC0F06-B6C8-4B2A-AE69-CD379420774C}" dt="2026-02-03T11:15:15.796" v="329" actId="47"/>
        <pc:sldMkLst>
          <pc:docMk/>
          <pc:sldMk cId="3655276098" sldId="291"/>
        </pc:sldMkLst>
        <pc:spChg chg="mod">
          <ac:chgData name="Cat Graham" userId="483b05fd-8177-486f-86b5-05fb7fc73201" providerId="ADAL" clId="{17EC0F06-B6C8-4B2A-AE69-CD379420774C}" dt="2026-02-03T11:14:28.672" v="325" actId="21"/>
          <ac:spMkLst>
            <pc:docMk/>
            <pc:sldMk cId="3655276098" sldId="291"/>
            <ac:spMk id="2" creationId="{64953655-906A-4609-8264-7C41974DF86D}"/>
          </ac:spMkLst>
        </pc:spChg>
      </pc:sldChg>
      <pc:sldChg chg="modSp del mod">
        <pc:chgData name="Cat Graham" userId="483b05fd-8177-486f-86b5-05fb7fc73201" providerId="ADAL" clId="{17EC0F06-B6C8-4B2A-AE69-CD379420774C}" dt="2026-02-03T11:15:16.551" v="330" actId="47"/>
        <pc:sldMkLst>
          <pc:docMk/>
          <pc:sldMk cId="3087636686" sldId="292"/>
        </pc:sldMkLst>
        <pc:spChg chg="mod">
          <ac:chgData name="Cat Graham" userId="483b05fd-8177-486f-86b5-05fb7fc73201" providerId="ADAL" clId="{17EC0F06-B6C8-4B2A-AE69-CD379420774C}" dt="2026-02-03T11:14:49.008" v="326" actId="21"/>
          <ac:spMkLst>
            <pc:docMk/>
            <pc:sldMk cId="3087636686" sldId="292"/>
            <ac:spMk id="3" creationId="{9AAFCBE8-AE5F-4C3E-A972-F905BB5FA390}"/>
          </ac:spMkLst>
        </pc:spChg>
      </pc:sldChg>
      <pc:sldChg chg="modSp del mod">
        <pc:chgData name="Cat Graham" userId="483b05fd-8177-486f-86b5-05fb7fc73201" providerId="ADAL" clId="{17EC0F06-B6C8-4B2A-AE69-CD379420774C}" dt="2026-02-03T11:15:17.054" v="331" actId="47"/>
        <pc:sldMkLst>
          <pc:docMk/>
          <pc:sldMk cId="1931998138" sldId="294"/>
        </pc:sldMkLst>
        <pc:spChg chg="mod">
          <ac:chgData name="Cat Graham" userId="483b05fd-8177-486f-86b5-05fb7fc73201" providerId="ADAL" clId="{17EC0F06-B6C8-4B2A-AE69-CD379420774C}" dt="2026-02-03T11:14:56.409" v="327" actId="21"/>
          <ac:spMkLst>
            <pc:docMk/>
            <pc:sldMk cId="1931998138" sldId="294"/>
            <ac:spMk id="3" creationId="{9AAFCBE8-AE5F-4C3E-A972-F905BB5FA390}"/>
          </ac:spMkLst>
        </pc:spChg>
      </pc:sldChg>
      <pc:sldChg chg="del">
        <pc:chgData name="Cat Graham" userId="483b05fd-8177-486f-86b5-05fb7fc73201" providerId="ADAL" clId="{17EC0F06-B6C8-4B2A-AE69-CD379420774C}" dt="2026-02-03T11:15:22.363" v="332" actId="47"/>
        <pc:sldMkLst>
          <pc:docMk/>
          <pc:sldMk cId="852638168" sldId="295"/>
        </pc:sldMkLst>
      </pc:sldChg>
      <pc:sldChg chg="modSp mod">
        <pc:chgData name="Cat Graham" userId="483b05fd-8177-486f-86b5-05fb7fc73201" providerId="ADAL" clId="{17EC0F06-B6C8-4B2A-AE69-CD379420774C}" dt="2026-02-03T11:20:58.842" v="335" actId="20577"/>
        <pc:sldMkLst>
          <pc:docMk/>
          <pc:sldMk cId="2339528167" sldId="297"/>
        </pc:sldMkLst>
        <pc:spChg chg="mod">
          <ac:chgData name="Cat Graham" userId="483b05fd-8177-486f-86b5-05fb7fc73201" providerId="ADAL" clId="{17EC0F06-B6C8-4B2A-AE69-CD379420774C}" dt="2026-02-03T11:20:58.842" v="335" actId="20577"/>
          <ac:spMkLst>
            <pc:docMk/>
            <pc:sldMk cId="2339528167" sldId="297"/>
            <ac:spMk id="3" creationId="{63D2BE76-264A-258D-1F7C-D5668DDC5207}"/>
          </ac:spMkLst>
        </pc:spChg>
      </pc:sldChg>
      <pc:sldChg chg="modSp new mod">
        <pc:chgData name="Cat Graham" userId="483b05fd-8177-486f-86b5-05fb7fc73201" providerId="ADAL" clId="{17EC0F06-B6C8-4B2A-AE69-CD379420774C}" dt="2026-02-03T11:13:02.565" v="316" actId="20577"/>
        <pc:sldMkLst>
          <pc:docMk/>
          <pc:sldMk cId="2629109050" sldId="298"/>
        </pc:sldMkLst>
        <pc:spChg chg="mod">
          <ac:chgData name="Cat Graham" userId="483b05fd-8177-486f-86b5-05fb7fc73201" providerId="ADAL" clId="{17EC0F06-B6C8-4B2A-AE69-CD379420774C}" dt="2026-02-03T10:59:56.129" v="21" actId="20577"/>
          <ac:spMkLst>
            <pc:docMk/>
            <pc:sldMk cId="2629109050" sldId="298"/>
            <ac:spMk id="2" creationId="{4EE88C0C-53F5-98C1-9C75-017588985133}"/>
          </ac:spMkLst>
        </pc:spChg>
        <pc:spChg chg="mod">
          <ac:chgData name="Cat Graham" userId="483b05fd-8177-486f-86b5-05fb7fc73201" providerId="ADAL" clId="{17EC0F06-B6C8-4B2A-AE69-CD379420774C}" dt="2026-02-03T11:13:02.565" v="316" actId="20577"/>
          <ac:spMkLst>
            <pc:docMk/>
            <pc:sldMk cId="2629109050" sldId="298"/>
            <ac:spMk id="3" creationId="{3A130566-AE86-2C58-990A-F72B330B2A9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51EA2A-B935-4225-9BF1-B2B783AF7062}" type="doc">
      <dgm:prSet loTypeId="urn:microsoft.com/office/officeart/2005/8/layout/vList2" loCatId="list" qsTypeId="urn:microsoft.com/office/officeart/2005/8/quickstyle/simple3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5B855F-9F21-4CF6-B1D3-2A20CC9251E6}">
      <dgm:prSet custT="1"/>
      <dgm:spPr/>
      <dgm:t>
        <a:bodyPr/>
        <a:lstStyle/>
        <a:p>
          <a:r>
            <a:rPr lang="en-GB" sz="2400" baseline="0"/>
            <a:t>Openly </a:t>
          </a:r>
          <a:r>
            <a:rPr lang="en-GB" sz="2400" b="1" baseline="0"/>
            <a:t>proselytised</a:t>
          </a:r>
          <a:r>
            <a:rPr lang="en-GB" sz="2400" baseline="0"/>
            <a:t>  - appeared antagonistic to Romans</a:t>
          </a:r>
          <a:endParaRPr lang="en-US" sz="2400"/>
        </a:p>
      </dgm:t>
    </dgm:pt>
    <dgm:pt modelId="{44E72ACF-8F22-4641-BF2D-10D6BB0ABAA0}" type="parTrans" cxnId="{391544F2-406A-4A55-887D-48007B76E494}">
      <dgm:prSet/>
      <dgm:spPr/>
      <dgm:t>
        <a:bodyPr/>
        <a:lstStyle/>
        <a:p>
          <a:endParaRPr lang="en-US"/>
        </a:p>
      </dgm:t>
    </dgm:pt>
    <dgm:pt modelId="{C45D9130-5C72-47FD-ABF8-691FA673041A}" type="sibTrans" cxnId="{391544F2-406A-4A55-887D-48007B76E494}">
      <dgm:prSet/>
      <dgm:spPr/>
      <dgm:t>
        <a:bodyPr/>
        <a:lstStyle/>
        <a:p>
          <a:endParaRPr lang="en-US"/>
        </a:p>
      </dgm:t>
    </dgm:pt>
    <dgm:pt modelId="{52C8F74C-B33E-436A-A094-F63D3374D5AD}">
      <dgm:prSet custT="1"/>
      <dgm:spPr/>
      <dgm:t>
        <a:bodyPr/>
        <a:lstStyle/>
        <a:p>
          <a:r>
            <a:rPr lang="en-GB" sz="2400" baseline="0"/>
            <a:t>Many rites performed in secret – led to accusations of </a:t>
          </a:r>
          <a:r>
            <a:rPr lang="en-GB" sz="2400" b="1" baseline="0"/>
            <a:t>incest</a:t>
          </a:r>
          <a:r>
            <a:rPr lang="en-GB" sz="2400" baseline="0"/>
            <a:t> and </a:t>
          </a:r>
          <a:r>
            <a:rPr lang="en-GB" sz="2400" b="1" baseline="0"/>
            <a:t>cannibalism</a:t>
          </a:r>
          <a:endParaRPr lang="en-US" sz="2400"/>
        </a:p>
      </dgm:t>
    </dgm:pt>
    <dgm:pt modelId="{E6153C95-9D79-4A72-A1FE-CA3549F75710}" type="parTrans" cxnId="{B5AE8460-FD10-4486-9939-9D60026F1D42}">
      <dgm:prSet/>
      <dgm:spPr/>
      <dgm:t>
        <a:bodyPr/>
        <a:lstStyle/>
        <a:p>
          <a:endParaRPr lang="en-US"/>
        </a:p>
      </dgm:t>
    </dgm:pt>
    <dgm:pt modelId="{AC23617E-E776-4695-B248-1D2044217562}" type="sibTrans" cxnId="{B5AE8460-FD10-4486-9939-9D60026F1D42}">
      <dgm:prSet/>
      <dgm:spPr/>
      <dgm:t>
        <a:bodyPr/>
        <a:lstStyle/>
        <a:p>
          <a:endParaRPr lang="en-US"/>
        </a:p>
      </dgm:t>
    </dgm:pt>
    <dgm:pt modelId="{FFADA76E-DF0D-4AB5-9A85-328813BE131A}">
      <dgm:prSet custT="1"/>
      <dgm:spPr/>
      <dgm:t>
        <a:bodyPr/>
        <a:lstStyle/>
        <a:p>
          <a:r>
            <a:rPr lang="en-GB" sz="2400" baseline="0"/>
            <a:t>Refusal to sacrifice jeopardised safety of empire</a:t>
          </a:r>
          <a:endParaRPr lang="en-US" sz="2400"/>
        </a:p>
      </dgm:t>
    </dgm:pt>
    <dgm:pt modelId="{06D69947-743A-4B1B-BCC3-4E67AEE03998}" type="parTrans" cxnId="{F4E9EACC-72FD-4C97-B9C8-E0915288F6C5}">
      <dgm:prSet/>
      <dgm:spPr/>
      <dgm:t>
        <a:bodyPr/>
        <a:lstStyle/>
        <a:p>
          <a:endParaRPr lang="en-US"/>
        </a:p>
      </dgm:t>
    </dgm:pt>
    <dgm:pt modelId="{AA52E438-CB6D-4D7A-9F93-95A3282A1D94}" type="sibTrans" cxnId="{F4E9EACC-72FD-4C97-B9C8-E0915288F6C5}">
      <dgm:prSet/>
      <dgm:spPr/>
      <dgm:t>
        <a:bodyPr/>
        <a:lstStyle/>
        <a:p>
          <a:endParaRPr lang="en-US"/>
        </a:p>
      </dgm:t>
    </dgm:pt>
    <dgm:pt modelId="{86144DC7-D2B8-44A7-ADC6-E4F00F5BE7AC}">
      <dgm:prSet custT="1"/>
      <dgm:spPr/>
      <dgm:t>
        <a:bodyPr/>
        <a:lstStyle/>
        <a:p>
          <a:r>
            <a:rPr lang="en-GB" sz="2400" baseline="0"/>
            <a:t>Easy scapegoat</a:t>
          </a:r>
          <a:endParaRPr lang="en-US" sz="2400"/>
        </a:p>
      </dgm:t>
    </dgm:pt>
    <dgm:pt modelId="{3C09C513-B7E9-484E-9224-82B91A0DADA8}" type="parTrans" cxnId="{2B449BD1-BEC8-4D67-8B77-3ECBB23C5715}">
      <dgm:prSet/>
      <dgm:spPr/>
      <dgm:t>
        <a:bodyPr/>
        <a:lstStyle/>
        <a:p>
          <a:endParaRPr lang="en-US"/>
        </a:p>
      </dgm:t>
    </dgm:pt>
    <dgm:pt modelId="{C76D53A9-C19A-4F00-8A94-CF137DDE3FF3}" type="sibTrans" cxnId="{2B449BD1-BEC8-4D67-8B77-3ECBB23C5715}">
      <dgm:prSet/>
      <dgm:spPr/>
      <dgm:t>
        <a:bodyPr/>
        <a:lstStyle/>
        <a:p>
          <a:endParaRPr lang="en-US"/>
        </a:p>
      </dgm:t>
    </dgm:pt>
    <dgm:pt modelId="{95EEEE84-E4ED-4F31-BAF8-6BAC23EB0A98}" type="pres">
      <dgm:prSet presAssocID="{2A51EA2A-B935-4225-9BF1-B2B783AF7062}" presName="linear" presStyleCnt="0">
        <dgm:presLayoutVars>
          <dgm:animLvl val="lvl"/>
          <dgm:resizeHandles val="exact"/>
        </dgm:presLayoutVars>
      </dgm:prSet>
      <dgm:spPr/>
    </dgm:pt>
    <dgm:pt modelId="{BBC708F8-0354-4A7D-AB9C-AFA406DA1D8A}" type="pres">
      <dgm:prSet presAssocID="{665B855F-9F21-4CF6-B1D3-2A20CC9251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3FD791F-01B8-4494-A087-BB00DA18A827}" type="pres">
      <dgm:prSet presAssocID="{C45D9130-5C72-47FD-ABF8-691FA673041A}" presName="spacer" presStyleCnt="0"/>
      <dgm:spPr/>
    </dgm:pt>
    <dgm:pt modelId="{4C2611B7-0EDF-48F2-AC3A-8DF590406482}" type="pres">
      <dgm:prSet presAssocID="{52C8F74C-B33E-436A-A094-F63D3374D5A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B8E2050-5AEC-4624-B67A-559B197CF16D}" type="pres">
      <dgm:prSet presAssocID="{AC23617E-E776-4695-B248-1D2044217562}" presName="spacer" presStyleCnt="0"/>
      <dgm:spPr/>
    </dgm:pt>
    <dgm:pt modelId="{D139CEEC-B988-4EAE-90F1-2C803B66ED51}" type="pres">
      <dgm:prSet presAssocID="{FFADA76E-DF0D-4AB5-9A85-328813BE131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7BCF51-B989-4BA5-A5B3-40E2AC439116}" type="pres">
      <dgm:prSet presAssocID="{AA52E438-CB6D-4D7A-9F93-95A3282A1D94}" presName="spacer" presStyleCnt="0"/>
      <dgm:spPr/>
    </dgm:pt>
    <dgm:pt modelId="{5019FD7D-63CB-42DF-A1C0-072EC552F6D8}" type="pres">
      <dgm:prSet presAssocID="{86144DC7-D2B8-44A7-ADC6-E4F00F5BE7A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6DF8B0B-34D5-4DA1-83BB-283DCC2864A5}" type="presOf" srcId="{665B855F-9F21-4CF6-B1D3-2A20CC9251E6}" destId="{BBC708F8-0354-4A7D-AB9C-AFA406DA1D8A}" srcOrd="0" destOrd="0" presId="urn:microsoft.com/office/officeart/2005/8/layout/vList2"/>
    <dgm:cxn modelId="{4EA8A428-0F32-4D04-90F6-6FD98DFB042F}" type="presOf" srcId="{86144DC7-D2B8-44A7-ADC6-E4F00F5BE7AC}" destId="{5019FD7D-63CB-42DF-A1C0-072EC552F6D8}" srcOrd="0" destOrd="0" presId="urn:microsoft.com/office/officeart/2005/8/layout/vList2"/>
    <dgm:cxn modelId="{B5AE8460-FD10-4486-9939-9D60026F1D42}" srcId="{2A51EA2A-B935-4225-9BF1-B2B783AF7062}" destId="{52C8F74C-B33E-436A-A094-F63D3374D5AD}" srcOrd="1" destOrd="0" parTransId="{E6153C95-9D79-4A72-A1FE-CA3549F75710}" sibTransId="{AC23617E-E776-4695-B248-1D2044217562}"/>
    <dgm:cxn modelId="{3647C267-89F5-41A6-B77A-D24025125BAC}" type="presOf" srcId="{FFADA76E-DF0D-4AB5-9A85-328813BE131A}" destId="{D139CEEC-B988-4EAE-90F1-2C803B66ED51}" srcOrd="0" destOrd="0" presId="urn:microsoft.com/office/officeart/2005/8/layout/vList2"/>
    <dgm:cxn modelId="{A519378A-B3C3-4CDA-A263-A1554E4BAAB5}" type="presOf" srcId="{2A51EA2A-B935-4225-9BF1-B2B783AF7062}" destId="{95EEEE84-E4ED-4F31-BAF8-6BAC23EB0A98}" srcOrd="0" destOrd="0" presId="urn:microsoft.com/office/officeart/2005/8/layout/vList2"/>
    <dgm:cxn modelId="{F4E9EACC-72FD-4C97-B9C8-E0915288F6C5}" srcId="{2A51EA2A-B935-4225-9BF1-B2B783AF7062}" destId="{FFADA76E-DF0D-4AB5-9A85-328813BE131A}" srcOrd="2" destOrd="0" parTransId="{06D69947-743A-4B1B-BCC3-4E67AEE03998}" sibTransId="{AA52E438-CB6D-4D7A-9F93-95A3282A1D94}"/>
    <dgm:cxn modelId="{2B449BD1-BEC8-4D67-8B77-3ECBB23C5715}" srcId="{2A51EA2A-B935-4225-9BF1-B2B783AF7062}" destId="{86144DC7-D2B8-44A7-ADC6-E4F00F5BE7AC}" srcOrd="3" destOrd="0" parTransId="{3C09C513-B7E9-484E-9224-82B91A0DADA8}" sibTransId="{C76D53A9-C19A-4F00-8A94-CF137DDE3FF3}"/>
    <dgm:cxn modelId="{391544F2-406A-4A55-887D-48007B76E494}" srcId="{2A51EA2A-B935-4225-9BF1-B2B783AF7062}" destId="{665B855F-9F21-4CF6-B1D3-2A20CC9251E6}" srcOrd="0" destOrd="0" parTransId="{44E72ACF-8F22-4641-BF2D-10D6BB0ABAA0}" sibTransId="{C45D9130-5C72-47FD-ABF8-691FA673041A}"/>
    <dgm:cxn modelId="{6CC090FA-DAAF-4F03-91BE-2C85E3435530}" type="presOf" srcId="{52C8F74C-B33E-436A-A094-F63D3374D5AD}" destId="{4C2611B7-0EDF-48F2-AC3A-8DF590406482}" srcOrd="0" destOrd="0" presId="urn:microsoft.com/office/officeart/2005/8/layout/vList2"/>
    <dgm:cxn modelId="{4D35ECA0-3844-4062-BCE4-D7F09997C423}" type="presParOf" srcId="{95EEEE84-E4ED-4F31-BAF8-6BAC23EB0A98}" destId="{BBC708F8-0354-4A7D-AB9C-AFA406DA1D8A}" srcOrd="0" destOrd="0" presId="urn:microsoft.com/office/officeart/2005/8/layout/vList2"/>
    <dgm:cxn modelId="{33D8CCB7-DF23-4BDB-B76A-990E30B8049C}" type="presParOf" srcId="{95EEEE84-E4ED-4F31-BAF8-6BAC23EB0A98}" destId="{93FD791F-01B8-4494-A087-BB00DA18A827}" srcOrd="1" destOrd="0" presId="urn:microsoft.com/office/officeart/2005/8/layout/vList2"/>
    <dgm:cxn modelId="{225942A3-8B97-4C1F-BEB2-EA0CAAC8CE68}" type="presParOf" srcId="{95EEEE84-E4ED-4F31-BAF8-6BAC23EB0A98}" destId="{4C2611B7-0EDF-48F2-AC3A-8DF590406482}" srcOrd="2" destOrd="0" presId="urn:microsoft.com/office/officeart/2005/8/layout/vList2"/>
    <dgm:cxn modelId="{59B16A87-16E6-4DD3-B187-288D29CA678F}" type="presParOf" srcId="{95EEEE84-E4ED-4F31-BAF8-6BAC23EB0A98}" destId="{DB8E2050-5AEC-4624-B67A-559B197CF16D}" srcOrd="3" destOrd="0" presId="urn:microsoft.com/office/officeart/2005/8/layout/vList2"/>
    <dgm:cxn modelId="{97020E38-AE52-4227-98D0-BEE778FA2207}" type="presParOf" srcId="{95EEEE84-E4ED-4F31-BAF8-6BAC23EB0A98}" destId="{D139CEEC-B988-4EAE-90F1-2C803B66ED51}" srcOrd="4" destOrd="0" presId="urn:microsoft.com/office/officeart/2005/8/layout/vList2"/>
    <dgm:cxn modelId="{7AE712C1-FDD7-47FD-A600-8DB78AE091E1}" type="presParOf" srcId="{95EEEE84-E4ED-4F31-BAF8-6BAC23EB0A98}" destId="{7D7BCF51-B989-4BA5-A5B3-40E2AC439116}" srcOrd="5" destOrd="0" presId="urn:microsoft.com/office/officeart/2005/8/layout/vList2"/>
    <dgm:cxn modelId="{DEEE5181-66D3-4A4B-BB45-6E39949F2EAE}" type="presParOf" srcId="{95EEEE84-E4ED-4F31-BAF8-6BAC23EB0A98}" destId="{5019FD7D-63CB-42DF-A1C0-072EC552F6D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C708F8-0354-4A7D-AB9C-AFA406DA1D8A}">
      <dsp:nvSpPr>
        <dsp:cNvPr id="0" name=""/>
        <dsp:cNvSpPr/>
      </dsp:nvSpPr>
      <dsp:spPr>
        <a:xfrm>
          <a:off x="0" y="32027"/>
          <a:ext cx="6188689" cy="1198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/>
            <a:t>Openly </a:t>
          </a:r>
          <a:r>
            <a:rPr lang="en-GB" sz="2400" b="1" kern="1200" baseline="0"/>
            <a:t>proselytised</a:t>
          </a:r>
          <a:r>
            <a:rPr lang="en-GB" sz="2400" kern="1200" baseline="0"/>
            <a:t>  - appeared antagonistic to Romans</a:t>
          </a:r>
          <a:endParaRPr lang="en-US" sz="2400" kern="1200"/>
        </a:p>
      </dsp:txBody>
      <dsp:txXfrm>
        <a:off x="58485" y="90512"/>
        <a:ext cx="6071719" cy="1081110"/>
      </dsp:txXfrm>
    </dsp:sp>
    <dsp:sp modelId="{4C2611B7-0EDF-48F2-AC3A-8DF590406482}">
      <dsp:nvSpPr>
        <dsp:cNvPr id="0" name=""/>
        <dsp:cNvSpPr/>
      </dsp:nvSpPr>
      <dsp:spPr>
        <a:xfrm>
          <a:off x="0" y="1414427"/>
          <a:ext cx="6188689" cy="1198080"/>
        </a:xfrm>
        <a:prstGeom prst="roundRect">
          <a:avLst/>
        </a:prstGeom>
        <a:gradFill rotWithShape="0">
          <a:gsLst>
            <a:gs pos="0">
              <a:schemeClr val="accent2">
                <a:hueOff val="-494067"/>
                <a:satOff val="-2541"/>
                <a:lumOff val="85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494067"/>
                <a:satOff val="-2541"/>
                <a:lumOff val="85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494067"/>
                <a:satOff val="-2541"/>
                <a:lumOff val="85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/>
            <a:t>Many rites performed in secret – led to accusations of </a:t>
          </a:r>
          <a:r>
            <a:rPr lang="en-GB" sz="2400" b="1" kern="1200" baseline="0"/>
            <a:t>incest</a:t>
          </a:r>
          <a:r>
            <a:rPr lang="en-GB" sz="2400" kern="1200" baseline="0"/>
            <a:t> and </a:t>
          </a:r>
          <a:r>
            <a:rPr lang="en-GB" sz="2400" b="1" kern="1200" baseline="0"/>
            <a:t>cannibalism</a:t>
          </a:r>
          <a:endParaRPr lang="en-US" sz="2400" kern="1200"/>
        </a:p>
      </dsp:txBody>
      <dsp:txXfrm>
        <a:off x="58485" y="1472912"/>
        <a:ext cx="6071719" cy="1081110"/>
      </dsp:txXfrm>
    </dsp:sp>
    <dsp:sp modelId="{D139CEEC-B988-4EAE-90F1-2C803B66ED51}">
      <dsp:nvSpPr>
        <dsp:cNvPr id="0" name=""/>
        <dsp:cNvSpPr/>
      </dsp:nvSpPr>
      <dsp:spPr>
        <a:xfrm>
          <a:off x="0" y="2796828"/>
          <a:ext cx="6188689" cy="1198080"/>
        </a:xfrm>
        <a:prstGeom prst="roundRect">
          <a:avLst/>
        </a:prstGeom>
        <a:gradFill rotWithShape="0">
          <a:gsLst>
            <a:gs pos="0">
              <a:schemeClr val="accent2">
                <a:hueOff val="-988133"/>
                <a:satOff val="-5081"/>
                <a:lumOff val="169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988133"/>
                <a:satOff val="-5081"/>
                <a:lumOff val="169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988133"/>
                <a:satOff val="-5081"/>
                <a:lumOff val="169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/>
            <a:t>Refusal to sacrifice jeopardised safety of empire</a:t>
          </a:r>
          <a:endParaRPr lang="en-US" sz="2400" kern="1200"/>
        </a:p>
      </dsp:txBody>
      <dsp:txXfrm>
        <a:off x="58485" y="2855313"/>
        <a:ext cx="6071719" cy="1081110"/>
      </dsp:txXfrm>
    </dsp:sp>
    <dsp:sp modelId="{5019FD7D-63CB-42DF-A1C0-072EC552F6D8}">
      <dsp:nvSpPr>
        <dsp:cNvPr id="0" name=""/>
        <dsp:cNvSpPr/>
      </dsp:nvSpPr>
      <dsp:spPr>
        <a:xfrm>
          <a:off x="0" y="4179228"/>
          <a:ext cx="6188689" cy="1198080"/>
        </a:xfrm>
        <a:prstGeom prst="roundRect">
          <a:avLst/>
        </a:prstGeom>
        <a:gradFill rotWithShape="0">
          <a:gsLst>
            <a:gs pos="0">
              <a:schemeClr val="accent2">
                <a:hueOff val="-1482199"/>
                <a:satOff val="-7622"/>
                <a:lumOff val="254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-1482199"/>
                <a:satOff val="-7622"/>
                <a:lumOff val="254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-1482199"/>
                <a:satOff val="-7622"/>
                <a:lumOff val="254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baseline="0"/>
            <a:t>Easy scapegoat</a:t>
          </a:r>
          <a:endParaRPr lang="en-US" sz="2400" kern="1200"/>
        </a:p>
      </dsp:txBody>
      <dsp:txXfrm>
        <a:off x="58485" y="4237713"/>
        <a:ext cx="6071719" cy="1081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9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2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3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7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3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8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9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4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0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9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68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February 3,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40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149A9F6-B857-488C-AC3A-007B78165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9EFD05-C377-44BE-91F0-1D17C1D9B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FF2E3-9389-4CA8-9B25-DFF961EDB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1449389"/>
            <a:ext cx="5015638" cy="20750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800" dirty="0"/>
              <a:t>Roman persecution of Christians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8E3D4-4850-43BA-8474-5D1A4913C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3830398"/>
            <a:ext cx="5015638" cy="1219439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65602" y="317452"/>
            <a:ext cx="2088038" cy="719230"/>
            <a:chOff x="4532666" y="505937"/>
            <a:chExt cx="2981730" cy="1027064"/>
          </a:xfrm>
        </p:grpSpPr>
        <p:sp>
          <p:nvSpPr>
            <p:cNvPr id="33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34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35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17356" y="5503147"/>
            <a:ext cx="2117174" cy="588806"/>
            <a:chOff x="4549904" y="5078157"/>
            <a:chExt cx="3023338" cy="840818"/>
          </a:xfrm>
        </p:grpSpPr>
        <p:sp>
          <p:nvSpPr>
            <p:cNvPr id="38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39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3"/>
                </a:solidFill>
              </a:endParaRPr>
            </a:p>
          </p:txBody>
        </p:sp>
      </p:grpSp>
      <p:pic>
        <p:nvPicPr>
          <p:cNvPr id="17" name="Picture 2" descr="Image result for christians persecution">
            <a:extLst>
              <a:ext uri="{FF2B5EF4-FFF2-40B4-BE49-F238E27FC236}">
                <a16:creationId xmlns:a16="http://schemas.microsoft.com/office/drawing/2014/main" id="{CDE5374C-B172-4A8C-B6A4-2B61ADD29A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1" r="11800" b="-1"/>
          <a:stretch/>
        </p:blipFill>
        <p:spPr bwMode="auto">
          <a:xfrm>
            <a:off x="6313088" y="602657"/>
            <a:ext cx="5326462" cy="5250743"/>
          </a:xfrm>
          <a:custGeom>
            <a:avLst/>
            <a:gdLst/>
            <a:ahLst/>
            <a:cxnLst/>
            <a:rect l="l" t="t" r="r" b="b"/>
            <a:pathLst>
              <a:path w="5326462" h="5250743">
                <a:moveTo>
                  <a:pt x="2576092" y="0"/>
                </a:moveTo>
                <a:cubicBezTo>
                  <a:pt x="2650583" y="0"/>
                  <a:pt x="2726041" y="967"/>
                  <a:pt x="2803435" y="967"/>
                </a:cubicBezTo>
                <a:cubicBezTo>
                  <a:pt x="3020137" y="967"/>
                  <a:pt x="3205881" y="967"/>
                  <a:pt x="3329710" y="47407"/>
                </a:cubicBezTo>
                <a:cubicBezTo>
                  <a:pt x="3732156" y="124807"/>
                  <a:pt x="4088166" y="387966"/>
                  <a:pt x="4304868" y="573726"/>
                </a:cubicBezTo>
                <a:cubicBezTo>
                  <a:pt x="4537048" y="744005"/>
                  <a:pt x="4893058" y="1069084"/>
                  <a:pt x="5109760" y="1471563"/>
                </a:cubicBezTo>
                <a:cubicBezTo>
                  <a:pt x="5202632" y="2090761"/>
                  <a:pt x="5326462" y="2477760"/>
                  <a:pt x="5326462" y="2694480"/>
                </a:cubicBezTo>
                <a:cubicBezTo>
                  <a:pt x="5326462" y="3267238"/>
                  <a:pt x="5249068" y="3329158"/>
                  <a:pt x="5249068" y="3329158"/>
                </a:cubicBezTo>
                <a:cubicBezTo>
                  <a:pt x="5109760" y="3824516"/>
                  <a:pt x="4784708" y="4288915"/>
                  <a:pt x="4506091" y="4613994"/>
                </a:cubicBezTo>
                <a:cubicBezTo>
                  <a:pt x="4242954" y="4877153"/>
                  <a:pt x="3825029" y="5016473"/>
                  <a:pt x="3329710" y="5233192"/>
                </a:cubicBezTo>
                <a:cubicBezTo>
                  <a:pt x="3020137" y="5233192"/>
                  <a:pt x="2199766" y="5310592"/>
                  <a:pt x="1704448" y="5140313"/>
                </a:cubicBezTo>
                <a:cubicBezTo>
                  <a:pt x="1224608" y="4908113"/>
                  <a:pt x="1069821" y="4861674"/>
                  <a:pt x="667375" y="4505635"/>
                </a:cubicBezTo>
                <a:cubicBezTo>
                  <a:pt x="311365" y="4103156"/>
                  <a:pt x="48228" y="3329158"/>
                  <a:pt x="17270" y="2880239"/>
                </a:cubicBezTo>
                <a:cubicBezTo>
                  <a:pt x="-29166" y="2617080"/>
                  <a:pt x="32749" y="2183641"/>
                  <a:pt x="32749" y="2090761"/>
                </a:cubicBezTo>
                <a:cubicBezTo>
                  <a:pt x="32749" y="1610883"/>
                  <a:pt x="342323" y="1254844"/>
                  <a:pt x="605461" y="929765"/>
                </a:cubicBezTo>
                <a:cubicBezTo>
                  <a:pt x="884077" y="620166"/>
                  <a:pt x="1147215" y="341526"/>
                  <a:pt x="1549661" y="248646"/>
                </a:cubicBezTo>
                <a:cubicBezTo>
                  <a:pt x="1905671" y="78367"/>
                  <a:pt x="1905671" y="78367"/>
                  <a:pt x="1905671" y="78367"/>
                </a:cubicBezTo>
                <a:cubicBezTo>
                  <a:pt x="2137851" y="8707"/>
                  <a:pt x="2352618" y="0"/>
                  <a:pt x="257609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180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3F58D3F4-AD3E-4263-85BF-7EB712458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B383AC10-A272-4982-A610-DDA728D78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1">
            <a:extLst>
              <a:ext uri="{FF2B5EF4-FFF2-40B4-BE49-F238E27FC236}">
                <a16:creationId xmlns:a16="http://schemas.microsoft.com/office/drawing/2014/main" id="{F6FDED66-1461-4834-9923-329986747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95815" y="0"/>
            <a:ext cx="11196185" cy="6858000"/>
          </a:xfrm>
          <a:custGeom>
            <a:avLst/>
            <a:gdLst>
              <a:gd name="connsiteX0" fmla="*/ 678180 w 11196185"/>
              <a:gd name="connsiteY0" fmla="*/ 0 h 6858000"/>
              <a:gd name="connsiteX1" fmla="*/ 10577581 w 11196185"/>
              <a:gd name="connsiteY1" fmla="*/ 0 h 6858000"/>
              <a:gd name="connsiteX2" fmla="*/ 10716113 w 11196185"/>
              <a:gd name="connsiteY2" fmla="*/ 294338 h 6858000"/>
              <a:gd name="connsiteX3" fmla="*/ 11040720 w 11196185"/>
              <a:gd name="connsiteY3" fmla="*/ 992736 h 6858000"/>
              <a:gd name="connsiteX4" fmla="*/ 11188414 w 11196185"/>
              <a:gd name="connsiteY4" fmla="*/ 1350314 h 6858000"/>
              <a:gd name="connsiteX5" fmla="*/ 11196185 w 11196185"/>
              <a:gd name="connsiteY5" fmla="*/ 1382182 h 6858000"/>
              <a:gd name="connsiteX6" fmla="*/ 11196185 w 11196185"/>
              <a:gd name="connsiteY6" fmla="*/ 4121434 h 6858000"/>
              <a:gd name="connsiteX7" fmla="*/ 11176802 w 11196185"/>
              <a:gd name="connsiteY7" fmla="*/ 4304566 h 6858000"/>
              <a:gd name="connsiteX8" fmla="*/ 10289429 w 11196185"/>
              <a:gd name="connsiteY8" fmla="*/ 5937296 h 6858000"/>
              <a:gd name="connsiteX9" fmla="*/ 9411880 w 11196185"/>
              <a:gd name="connsiteY9" fmla="*/ 6851146 h 6858000"/>
              <a:gd name="connsiteX10" fmla="*/ 9402883 w 11196185"/>
              <a:gd name="connsiteY10" fmla="*/ 6858000 h 6858000"/>
              <a:gd name="connsiteX11" fmla="*/ 1880709 w 11196185"/>
              <a:gd name="connsiteY11" fmla="*/ 6858000 h 6858000"/>
              <a:gd name="connsiteX12" fmla="*/ 1838993 w 11196185"/>
              <a:gd name="connsiteY12" fmla="*/ 6821023 h 6858000"/>
              <a:gd name="connsiteX13" fmla="*/ 1110605 w 11196185"/>
              <a:gd name="connsiteY13" fmla="*/ 6101023 h 6858000"/>
              <a:gd name="connsiteX14" fmla="*/ 0 w 11196185"/>
              <a:gd name="connsiteY14" fmla="*/ 3022953 h 6858000"/>
              <a:gd name="connsiteX15" fmla="*/ 653297 w 11196185"/>
              <a:gd name="connsiteY15" fmla="*/ 4311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196185" h="6858000">
                <a:moveTo>
                  <a:pt x="678180" y="0"/>
                </a:moveTo>
                <a:lnTo>
                  <a:pt x="10577581" y="0"/>
                </a:lnTo>
                <a:lnTo>
                  <a:pt x="10716113" y="294338"/>
                </a:lnTo>
                <a:cubicBezTo>
                  <a:pt x="10820232" y="519974"/>
                  <a:pt x="10926393" y="755332"/>
                  <a:pt x="11040720" y="992736"/>
                </a:cubicBezTo>
                <a:cubicBezTo>
                  <a:pt x="11101967" y="1099159"/>
                  <a:pt x="11150454" y="1219908"/>
                  <a:pt x="11188414" y="1350314"/>
                </a:cubicBezTo>
                <a:lnTo>
                  <a:pt x="11196185" y="1382182"/>
                </a:lnTo>
                <a:lnTo>
                  <a:pt x="11196185" y="4121434"/>
                </a:lnTo>
                <a:lnTo>
                  <a:pt x="11176802" y="4304566"/>
                </a:lnTo>
                <a:cubicBezTo>
                  <a:pt x="11053990" y="5160104"/>
                  <a:pt x="10546664" y="5536165"/>
                  <a:pt x="10289429" y="5937296"/>
                </a:cubicBezTo>
                <a:cubicBezTo>
                  <a:pt x="10175102" y="6195166"/>
                  <a:pt x="9816937" y="6534516"/>
                  <a:pt x="9411880" y="6851146"/>
                </a:cubicBezTo>
                <a:lnTo>
                  <a:pt x="9402883" y="6858000"/>
                </a:lnTo>
                <a:lnTo>
                  <a:pt x="1880709" y="6858000"/>
                </a:lnTo>
                <a:lnTo>
                  <a:pt x="1838993" y="6821023"/>
                </a:lnTo>
                <a:cubicBezTo>
                  <a:pt x="1404461" y="6426943"/>
                  <a:pt x="1110605" y="6101023"/>
                  <a:pt x="1110605" y="6101023"/>
                </a:cubicBezTo>
                <a:cubicBezTo>
                  <a:pt x="816622" y="5544351"/>
                  <a:pt x="0" y="3776098"/>
                  <a:pt x="0" y="3022953"/>
                </a:cubicBezTo>
                <a:cubicBezTo>
                  <a:pt x="0" y="2171572"/>
                  <a:pt x="195989" y="894500"/>
                  <a:pt x="653297" y="43119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7DEF1-80A4-4DC1-A481-A06157480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1200" y="619200"/>
            <a:ext cx="4991961" cy="1477328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THINK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607CD53-0FF9-47E9-94AD-2BF64BA80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5824556">
            <a:off x="198004" y="426519"/>
            <a:ext cx="2955087" cy="2765998"/>
          </a:xfrm>
          <a:custGeom>
            <a:avLst/>
            <a:gdLst>
              <a:gd name="T0" fmla="*/ 43 w 250"/>
              <a:gd name="T1" fmla="*/ 167 h 234"/>
              <a:gd name="T2" fmla="*/ 70 w 250"/>
              <a:gd name="T3" fmla="*/ 133 h 234"/>
              <a:gd name="T4" fmla="*/ 48 w 250"/>
              <a:gd name="T5" fmla="*/ 134 h 234"/>
              <a:gd name="T6" fmla="*/ 19 w 250"/>
              <a:gd name="T7" fmla="*/ 130 h 234"/>
              <a:gd name="T8" fmla="*/ 6 w 250"/>
              <a:gd name="T9" fmla="*/ 123 h 234"/>
              <a:gd name="T10" fmla="*/ 1 w 250"/>
              <a:gd name="T11" fmla="*/ 103 h 234"/>
              <a:gd name="T12" fmla="*/ 11 w 250"/>
              <a:gd name="T13" fmla="*/ 81 h 234"/>
              <a:gd name="T14" fmla="*/ 23 w 250"/>
              <a:gd name="T15" fmla="*/ 76 h 234"/>
              <a:gd name="T16" fmla="*/ 81 w 250"/>
              <a:gd name="T17" fmla="*/ 78 h 234"/>
              <a:gd name="T18" fmla="*/ 65 w 250"/>
              <a:gd name="T19" fmla="*/ 49 h 234"/>
              <a:gd name="T20" fmla="*/ 57 w 250"/>
              <a:gd name="T21" fmla="*/ 27 h 234"/>
              <a:gd name="T22" fmla="*/ 67 w 250"/>
              <a:gd name="T23" fmla="*/ 12 h 234"/>
              <a:gd name="T24" fmla="*/ 85 w 250"/>
              <a:gd name="T25" fmla="*/ 1 h 234"/>
              <a:gd name="T26" fmla="*/ 101 w 250"/>
              <a:gd name="T27" fmla="*/ 8 h 234"/>
              <a:gd name="T28" fmla="*/ 107 w 250"/>
              <a:gd name="T29" fmla="*/ 15 h 234"/>
              <a:gd name="T30" fmla="*/ 120 w 250"/>
              <a:gd name="T31" fmla="*/ 37 h 234"/>
              <a:gd name="T32" fmla="*/ 131 w 250"/>
              <a:gd name="T33" fmla="*/ 60 h 234"/>
              <a:gd name="T34" fmla="*/ 164 w 250"/>
              <a:gd name="T35" fmla="*/ 25 h 234"/>
              <a:gd name="T36" fmla="*/ 187 w 250"/>
              <a:gd name="T37" fmla="*/ 11 h 234"/>
              <a:gd name="T38" fmla="*/ 205 w 250"/>
              <a:gd name="T39" fmla="*/ 19 h 234"/>
              <a:gd name="T40" fmla="*/ 214 w 250"/>
              <a:gd name="T41" fmla="*/ 34 h 234"/>
              <a:gd name="T42" fmla="*/ 203 w 250"/>
              <a:gd name="T43" fmla="*/ 57 h 234"/>
              <a:gd name="T44" fmla="*/ 166 w 250"/>
              <a:gd name="T45" fmla="*/ 100 h 234"/>
              <a:gd name="T46" fmla="*/ 217 w 250"/>
              <a:gd name="T47" fmla="*/ 98 h 234"/>
              <a:gd name="T48" fmla="*/ 244 w 250"/>
              <a:gd name="T49" fmla="*/ 104 h 234"/>
              <a:gd name="T50" fmla="*/ 249 w 250"/>
              <a:gd name="T51" fmla="*/ 115 h 234"/>
              <a:gd name="T52" fmla="*/ 247 w 250"/>
              <a:gd name="T53" fmla="*/ 129 h 234"/>
              <a:gd name="T54" fmla="*/ 245 w 250"/>
              <a:gd name="T55" fmla="*/ 134 h 234"/>
              <a:gd name="T56" fmla="*/ 241 w 250"/>
              <a:gd name="T57" fmla="*/ 141 h 234"/>
              <a:gd name="T58" fmla="*/ 227 w 250"/>
              <a:gd name="T59" fmla="*/ 147 h 234"/>
              <a:gd name="T60" fmla="*/ 187 w 250"/>
              <a:gd name="T61" fmla="*/ 151 h 234"/>
              <a:gd name="T62" fmla="*/ 160 w 250"/>
              <a:gd name="T63" fmla="*/ 148 h 234"/>
              <a:gd name="T64" fmla="*/ 168 w 250"/>
              <a:gd name="T65" fmla="*/ 168 h 234"/>
              <a:gd name="T66" fmla="*/ 176 w 250"/>
              <a:gd name="T67" fmla="*/ 194 h 234"/>
              <a:gd name="T68" fmla="*/ 176 w 250"/>
              <a:gd name="T69" fmla="*/ 211 h 234"/>
              <a:gd name="T70" fmla="*/ 170 w 250"/>
              <a:gd name="T71" fmla="*/ 221 h 234"/>
              <a:gd name="T72" fmla="*/ 156 w 250"/>
              <a:gd name="T73" fmla="*/ 230 h 234"/>
              <a:gd name="T74" fmla="*/ 130 w 250"/>
              <a:gd name="T75" fmla="*/ 226 h 234"/>
              <a:gd name="T76" fmla="*/ 122 w 250"/>
              <a:gd name="T77" fmla="*/ 213 h 234"/>
              <a:gd name="T78" fmla="*/ 110 w 250"/>
              <a:gd name="T79" fmla="*/ 169 h 234"/>
              <a:gd name="T80" fmla="*/ 92 w 250"/>
              <a:gd name="T81" fmla="*/ 192 h 234"/>
              <a:gd name="T82" fmla="*/ 87 w 250"/>
              <a:gd name="T83" fmla="*/ 197 h 234"/>
              <a:gd name="T84" fmla="*/ 84 w 250"/>
              <a:gd name="T85" fmla="*/ 201 h 234"/>
              <a:gd name="T86" fmla="*/ 65 w 250"/>
              <a:gd name="T87" fmla="*/ 212 h 234"/>
              <a:gd name="T88" fmla="*/ 50 w 250"/>
              <a:gd name="T89" fmla="*/ 204 h 234"/>
              <a:gd name="T90" fmla="*/ 44 w 250"/>
              <a:gd name="T91" fmla="*/ 198 h 234"/>
              <a:gd name="T92" fmla="*/ 38 w 250"/>
              <a:gd name="T93" fmla="*/ 185 h 234"/>
              <a:gd name="T94" fmla="*/ 43 w 250"/>
              <a:gd name="T95" fmla="*/ 167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50" h="234">
                <a:moveTo>
                  <a:pt x="43" y="167"/>
                </a:moveTo>
                <a:cubicBezTo>
                  <a:pt x="70" y="133"/>
                  <a:pt x="70" y="133"/>
                  <a:pt x="70" y="133"/>
                </a:cubicBezTo>
                <a:cubicBezTo>
                  <a:pt x="60" y="134"/>
                  <a:pt x="61" y="134"/>
                  <a:pt x="48" y="134"/>
                </a:cubicBezTo>
                <a:cubicBezTo>
                  <a:pt x="34" y="133"/>
                  <a:pt x="24" y="132"/>
                  <a:pt x="19" y="130"/>
                </a:cubicBezTo>
                <a:cubicBezTo>
                  <a:pt x="13" y="128"/>
                  <a:pt x="9" y="126"/>
                  <a:pt x="6" y="123"/>
                </a:cubicBezTo>
                <a:cubicBezTo>
                  <a:pt x="1" y="119"/>
                  <a:pt x="0" y="112"/>
                  <a:pt x="1" y="103"/>
                </a:cubicBezTo>
                <a:cubicBezTo>
                  <a:pt x="2" y="93"/>
                  <a:pt x="6" y="86"/>
                  <a:pt x="11" y="81"/>
                </a:cubicBezTo>
                <a:cubicBezTo>
                  <a:pt x="15" y="77"/>
                  <a:pt x="18" y="76"/>
                  <a:pt x="23" y="76"/>
                </a:cubicBezTo>
                <a:cubicBezTo>
                  <a:pt x="81" y="78"/>
                  <a:pt x="81" y="78"/>
                  <a:pt x="81" y="78"/>
                </a:cubicBezTo>
                <a:cubicBezTo>
                  <a:pt x="65" y="49"/>
                  <a:pt x="65" y="49"/>
                  <a:pt x="65" y="49"/>
                </a:cubicBezTo>
                <a:cubicBezTo>
                  <a:pt x="58" y="40"/>
                  <a:pt x="56" y="33"/>
                  <a:pt x="57" y="27"/>
                </a:cubicBezTo>
                <a:cubicBezTo>
                  <a:pt x="58" y="21"/>
                  <a:pt x="62" y="16"/>
                  <a:pt x="67" y="12"/>
                </a:cubicBezTo>
                <a:cubicBezTo>
                  <a:pt x="74" y="6"/>
                  <a:pt x="80" y="2"/>
                  <a:pt x="85" y="1"/>
                </a:cubicBezTo>
                <a:cubicBezTo>
                  <a:pt x="90" y="0"/>
                  <a:pt x="95" y="2"/>
                  <a:pt x="101" y="8"/>
                </a:cubicBezTo>
                <a:cubicBezTo>
                  <a:pt x="104" y="11"/>
                  <a:pt x="106" y="13"/>
                  <a:pt x="107" y="15"/>
                </a:cubicBezTo>
                <a:cubicBezTo>
                  <a:pt x="110" y="19"/>
                  <a:pt x="112" y="20"/>
                  <a:pt x="120" y="37"/>
                </a:cubicBezTo>
                <a:cubicBezTo>
                  <a:pt x="129" y="55"/>
                  <a:pt x="128" y="51"/>
                  <a:pt x="131" y="60"/>
                </a:cubicBezTo>
                <a:cubicBezTo>
                  <a:pt x="164" y="25"/>
                  <a:pt x="164" y="25"/>
                  <a:pt x="164" y="25"/>
                </a:cubicBezTo>
                <a:cubicBezTo>
                  <a:pt x="173" y="16"/>
                  <a:pt x="180" y="11"/>
                  <a:pt x="187" y="11"/>
                </a:cubicBezTo>
                <a:cubicBezTo>
                  <a:pt x="193" y="10"/>
                  <a:pt x="200" y="13"/>
                  <a:pt x="205" y="19"/>
                </a:cubicBezTo>
                <a:cubicBezTo>
                  <a:pt x="210" y="24"/>
                  <a:pt x="213" y="29"/>
                  <a:pt x="214" y="34"/>
                </a:cubicBezTo>
                <a:cubicBezTo>
                  <a:pt x="214" y="39"/>
                  <a:pt x="211" y="47"/>
                  <a:pt x="203" y="57"/>
                </a:cubicBezTo>
                <a:cubicBezTo>
                  <a:pt x="166" y="100"/>
                  <a:pt x="166" y="100"/>
                  <a:pt x="166" y="100"/>
                </a:cubicBezTo>
                <a:cubicBezTo>
                  <a:pt x="217" y="98"/>
                  <a:pt x="217" y="98"/>
                  <a:pt x="217" y="98"/>
                </a:cubicBezTo>
                <a:cubicBezTo>
                  <a:pt x="229" y="96"/>
                  <a:pt x="238" y="98"/>
                  <a:pt x="244" y="104"/>
                </a:cubicBezTo>
                <a:cubicBezTo>
                  <a:pt x="247" y="107"/>
                  <a:pt x="249" y="111"/>
                  <a:pt x="249" y="115"/>
                </a:cubicBezTo>
                <a:cubicBezTo>
                  <a:pt x="250" y="120"/>
                  <a:pt x="249" y="124"/>
                  <a:pt x="247" y="129"/>
                </a:cubicBezTo>
                <a:cubicBezTo>
                  <a:pt x="247" y="130"/>
                  <a:pt x="246" y="132"/>
                  <a:pt x="245" y="134"/>
                </a:cubicBezTo>
                <a:cubicBezTo>
                  <a:pt x="244" y="137"/>
                  <a:pt x="243" y="140"/>
                  <a:pt x="241" y="141"/>
                </a:cubicBezTo>
                <a:cubicBezTo>
                  <a:pt x="239" y="144"/>
                  <a:pt x="234" y="146"/>
                  <a:pt x="227" y="147"/>
                </a:cubicBezTo>
                <a:cubicBezTo>
                  <a:pt x="221" y="149"/>
                  <a:pt x="207" y="150"/>
                  <a:pt x="187" y="151"/>
                </a:cubicBezTo>
                <a:cubicBezTo>
                  <a:pt x="175" y="152"/>
                  <a:pt x="161" y="148"/>
                  <a:pt x="160" y="148"/>
                </a:cubicBezTo>
                <a:cubicBezTo>
                  <a:pt x="161" y="151"/>
                  <a:pt x="165" y="161"/>
                  <a:pt x="168" y="168"/>
                </a:cubicBezTo>
                <a:cubicBezTo>
                  <a:pt x="168" y="171"/>
                  <a:pt x="173" y="181"/>
                  <a:pt x="176" y="194"/>
                </a:cubicBezTo>
                <a:cubicBezTo>
                  <a:pt x="179" y="206"/>
                  <a:pt x="176" y="203"/>
                  <a:pt x="176" y="211"/>
                </a:cubicBezTo>
                <a:cubicBezTo>
                  <a:pt x="176" y="214"/>
                  <a:pt x="174" y="217"/>
                  <a:pt x="170" y="221"/>
                </a:cubicBezTo>
                <a:cubicBezTo>
                  <a:pt x="166" y="226"/>
                  <a:pt x="161" y="228"/>
                  <a:pt x="156" y="230"/>
                </a:cubicBezTo>
                <a:cubicBezTo>
                  <a:pt x="147" y="234"/>
                  <a:pt x="137" y="233"/>
                  <a:pt x="130" y="226"/>
                </a:cubicBezTo>
                <a:cubicBezTo>
                  <a:pt x="127" y="223"/>
                  <a:pt x="125" y="219"/>
                  <a:pt x="122" y="213"/>
                </a:cubicBezTo>
                <a:cubicBezTo>
                  <a:pt x="118" y="188"/>
                  <a:pt x="117" y="189"/>
                  <a:pt x="110" y="169"/>
                </a:cubicBezTo>
                <a:cubicBezTo>
                  <a:pt x="92" y="192"/>
                  <a:pt x="92" y="192"/>
                  <a:pt x="92" y="192"/>
                </a:cubicBezTo>
                <a:cubicBezTo>
                  <a:pt x="90" y="193"/>
                  <a:pt x="88" y="195"/>
                  <a:pt x="87" y="197"/>
                </a:cubicBezTo>
                <a:cubicBezTo>
                  <a:pt x="86" y="198"/>
                  <a:pt x="85" y="200"/>
                  <a:pt x="84" y="201"/>
                </a:cubicBezTo>
                <a:cubicBezTo>
                  <a:pt x="76" y="209"/>
                  <a:pt x="70" y="212"/>
                  <a:pt x="65" y="212"/>
                </a:cubicBezTo>
                <a:cubicBezTo>
                  <a:pt x="60" y="211"/>
                  <a:pt x="55" y="209"/>
                  <a:pt x="50" y="204"/>
                </a:cubicBezTo>
                <a:cubicBezTo>
                  <a:pt x="50" y="203"/>
                  <a:pt x="48" y="202"/>
                  <a:pt x="44" y="198"/>
                </a:cubicBezTo>
                <a:cubicBezTo>
                  <a:pt x="41" y="195"/>
                  <a:pt x="39" y="191"/>
                  <a:pt x="38" y="185"/>
                </a:cubicBezTo>
                <a:cubicBezTo>
                  <a:pt x="37" y="179"/>
                  <a:pt x="39" y="173"/>
                  <a:pt x="43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08BFD-256B-4C84-A8A3-CC0E9D9BC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26" y="2541600"/>
            <a:ext cx="4991962" cy="3216273"/>
          </a:xfrm>
        </p:spPr>
        <p:txBody>
          <a:bodyPr>
            <a:normAutofit/>
          </a:bodyPr>
          <a:lstStyle/>
          <a:p>
            <a:r>
              <a:rPr lang="en-US" dirty="0"/>
              <a:t>What does it mean to persecute a group? </a:t>
            </a:r>
          </a:p>
          <a:p>
            <a:r>
              <a:rPr lang="en-US" dirty="0"/>
              <a:t>For what reasons have groups of people been persecuted throughout history? </a:t>
            </a:r>
          </a:p>
          <a:p>
            <a:r>
              <a:rPr lang="en-US" dirty="0"/>
              <a:t>What effects can persecution have on a group of people?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161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FAE2A12-140C-4527-B721-72C1DD3F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B43FC7-6A19-4DF3-8506-485B55500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E689040-6301-4CD3-A20F-EA809EAD5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344100 w 12192000"/>
              <a:gd name="connsiteY1" fmla="*/ 0 h 6858000"/>
              <a:gd name="connsiteX2" fmla="*/ 10628041 w 12192000"/>
              <a:gd name="connsiteY2" fmla="*/ 181981 h 6858000"/>
              <a:gd name="connsiteX3" fmla="*/ 10890786 w 12192000"/>
              <a:gd name="connsiteY3" fmla="*/ 404196 h 6858000"/>
              <a:gd name="connsiteX4" fmla="*/ 12140703 w 12192000"/>
              <a:gd name="connsiteY4" fmla="*/ 2501275 h 6858000"/>
              <a:gd name="connsiteX5" fmla="*/ 12192000 w 12192000"/>
              <a:gd name="connsiteY5" fmla="*/ 2695497 h 6858000"/>
              <a:gd name="connsiteX6" fmla="*/ 12192000 w 12192000"/>
              <a:gd name="connsiteY6" fmla="*/ 5699618 h 6858000"/>
              <a:gd name="connsiteX7" fmla="*/ 12152883 w 12192000"/>
              <a:gd name="connsiteY7" fmla="*/ 5839731 h 6858000"/>
              <a:gd name="connsiteX8" fmla="*/ 11693517 w 12192000"/>
              <a:gd name="connsiteY8" fmla="*/ 6719283 h 6858000"/>
              <a:gd name="connsiteX9" fmla="*/ 11571478 w 12192000"/>
              <a:gd name="connsiteY9" fmla="*/ 6858000 h 6858000"/>
              <a:gd name="connsiteX10" fmla="*/ 0 w 12192000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344100" y="0"/>
                </a:lnTo>
                <a:lnTo>
                  <a:pt x="10628041" y="181981"/>
                </a:lnTo>
                <a:cubicBezTo>
                  <a:pt x="10728383" y="255277"/>
                  <a:pt x="10816544" y="329736"/>
                  <a:pt x="10890786" y="404196"/>
                </a:cubicBezTo>
                <a:cubicBezTo>
                  <a:pt x="11447593" y="962641"/>
                  <a:pt x="11888399" y="1637430"/>
                  <a:pt x="12140703" y="2501275"/>
                </a:cubicBezTo>
                <a:lnTo>
                  <a:pt x="12192000" y="2695497"/>
                </a:lnTo>
                <a:lnTo>
                  <a:pt x="12192000" y="5699618"/>
                </a:lnTo>
                <a:lnTo>
                  <a:pt x="12152883" y="5839731"/>
                </a:lnTo>
                <a:cubicBezTo>
                  <a:pt x="12041522" y="6174798"/>
                  <a:pt x="11888399" y="6467982"/>
                  <a:pt x="11693517" y="6719283"/>
                </a:cubicBezTo>
                <a:lnTo>
                  <a:pt x="1157147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AEDAD-7910-4174-ACA4-DEAAE5761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6923813" cy="1477328"/>
          </a:xfrm>
        </p:spPr>
        <p:txBody>
          <a:bodyPr>
            <a:normAutofit/>
          </a:bodyPr>
          <a:lstStyle/>
          <a:p>
            <a:r>
              <a:rPr lang="en-GB" dirty="0"/>
              <a:t>Early Christianity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071F-AF20-4988-AC91-06AB2D92D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78000"/>
            <a:ext cx="10716487" cy="39909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Early Christians saw themselves as Jews – Jesus was the </a:t>
            </a:r>
            <a:r>
              <a:rPr lang="en-GB" b="1" dirty="0"/>
              <a:t>fulfilment of Jewish prophecy</a:t>
            </a:r>
          </a:p>
          <a:p>
            <a:pPr>
              <a:lnSpc>
                <a:spcPct val="110000"/>
              </a:lnSpc>
            </a:pPr>
            <a:r>
              <a:rPr lang="en-GB" dirty="0"/>
              <a:t>Jews in Roman Empire enjoyed certain </a:t>
            </a:r>
            <a:r>
              <a:rPr lang="en-GB" b="1" dirty="0"/>
              <a:t>privileges</a:t>
            </a:r>
            <a:r>
              <a:rPr lang="en-GB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Exempt from </a:t>
            </a:r>
            <a:r>
              <a:rPr lang="en-GB" b="1" dirty="0"/>
              <a:t>sacrificing</a:t>
            </a:r>
            <a:r>
              <a:rPr lang="en-GB" dirty="0"/>
              <a:t> and praying to Roman gods</a:t>
            </a:r>
          </a:p>
          <a:p>
            <a:pPr>
              <a:lnSpc>
                <a:spcPct val="110000"/>
              </a:lnSpc>
            </a:pPr>
            <a:r>
              <a:rPr lang="en-GB" dirty="0"/>
              <a:t>Eventually </a:t>
            </a:r>
            <a:r>
              <a:rPr lang="en-GB" b="1" dirty="0"/>
              <a:t>tensions</a:t>
            </a:r>
            <a:r>
              <a:rPr lang="en-GB" dirty="0"/>
              <a:t> began to develop between Jews and followers of Jesus</a:t>
            </a:r>
          </a:p>
          <a:p>
            <a:pPr>
              <a:lnSpc>
                <a:spcPct val="110000"/>
              </a:lnSpc>
            </a:pPr>
            <a:r>
              <a:rPr lang="en-GB" dirty="0"/>
              <a:t>Jewish people were worried Jesus followers would jeopardise their </a:t>
            </a:r>
            <a:r>
              <a:rPr lang="en-GB" b="1" dirty="0"/>
              <a:t>safety</a:t>
            </a:r>
            <a:r>
              <a:rPr lang="en-GB" dirty="0"/>
              <a:t> with Romans</a:t>
            </a:r>
          </a:p>
          <a:p>
            <a:pPr>
              <a:lnSpc>
                <a:spcPct val="110000"/>
              </a:lnSpc>
            </a:pPr>
            <a:r>
              <a:rPr lang="en-GB" dirty="0"/>
              <a:t>Christians also openly refuse to pray for Empire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However as new group, not afforded same privileges as Jewish people</a:t>
            </a:r>
          </a:p>
          <a:p>
            <a:pPr lvl="1">
              <a:lnSpc>
                <a:spcPct val="110000"/>
              </a:lnSpc>
            </a:pPr>
            <a:endParaRPr lang="en-GB" dirty="0"/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C2EAB2F-5873-4E24-9688-5E8A24434FE8}"/>
              </a:ext>
            </a:extLst>
          </p:cNvPr>
          <p:cNvSpPr/>
          <p:nvPr/>
        </p:nvSpPr>
        <p:spPr>
          <a:xfrm>
            <a:off x="7086600" y="5030310"/>
            <a:ext cx="4197487" cy="1477329"/>
          </a:xfrm>
          <a:prstGeom prst="round2DiagRect">
            <a:avLst/>
          </a:prstGeom>
          <a:solidFill>
            <a:schemeClr val="bg2">
              <a:lumMod val="75000"/>
              <a:lumOff val="2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0" tIns="0" rIns="0" bIns="0" rtlCol="0">
            <a:normAutofit/>
          </a:bodyPr>
          <a:lstStyle/>
          <a:p>
            <a:pPr marL="180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1600" spc="20" dirty="0">
                <a:solidFill>
                  <a:schemeClr val="tx1">
                    <a:alpha val="58000"/>
                  </a:schemeClr>
                </a:solidFill>
              </a:rPr>
              <a:t>Since the Jews constantly made disturbances at the instigation of </a:t>
            </a:r>
            <a:r>
              <a:rPr lang="en-US" sz="1600" b="1" spc="20" dirty="0" err="1">
                <a:solidFill>
                  <a:schemeClr val="tx1">
                    <a:alpha val="58000"/>
                  </a:schemeClr>
                </a:solidFill>
              </a:rPr>
              <a:t>Chrestus</a:t>
            </a:r>
            <a:r>
              <a:rPr lang="en-US" sz="1600" spc="20">
                <a:solidFill>
                  <a:schemeClr val="tx1">
                    <a:alpha val="58000"/>
                  </a:schemeClr>
                </a:solidFill>
              </a:rPr>
              <a:t>, he expelled them from Rome.</a:t>
            </a:r>
          </a:p>
          <a:p>
            <a:pPr marL="180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</a:pPr>
            <a:r>
              <a:rPr lang="en-US" sz="1400" spc="20">
                <a:solidFill>
                  <a:schemeClr val="tx1">
                    <a:alpha val="58000"/>
                  </a:schemeClr>
                </a:solidFill>
              </a:rPr>
              <a:t>Suetonius, </a:t>
            </a:r>
            <a:r>
              <a:rPr lang="en-US" sz="1400" i="1" spc="20">
                <a:solidFill>
                  <a:schemeClr val="tx1">
                    <a:alpha val="58000"/>
                  </a:schemeClr>
                </a:solidFill>
              </a:rPr>
              <a:t>Claudius </a:t>
            </a:r>
            <a:r>
              <a:rPr lang="en-US" sz="1400" spc="20">
                <a:solidFill>
                  <a:schemeClr val="tx1">
                    <a:alpha val="58000"/>
                  </a:schemeClr>
                </a:solidFill>
              </a:rPr>
              <a:t>25.4</a:t>
            </a:r>
          </a:p>
        </p:txBody>
      </p:sp>
    </p:spTree>
    <p:extLst>
      <p:ext uri="{BB962C8B-B14F-4D97-AF65-F5344CB8AC3E}">
        <p14:creationId xmlns:p14="http://schemas.microsoft.com/office/powerpoint/2010/main" val="357335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8119F7-B84E-4EBF-919F-A9B0F6D92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A17479-17CB-402A-8689-750C6F38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026EF-2490-4FFF-ABE8-D6D1175E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5510138"/>
          </a:xfrm>
        </p:spPr>
        <p:txBody>
          <a:bodyPr>
            <a:normAutofit/>
          </a:bodyPr>
          <a:lstStyle/>
          <a:p>
            <a:r>
              <a:rPr lang="en-GB"/>
              <a:t>Additional reasons for persecution</a:t>
            </a: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534AA72-89BF-4BB0-B339-DEB9FC7F1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2978" y="0"/>
            <a:ext cx="7809022" cy="6858000"/>
          </a:xfrm>
          <a:custGeom>
            <a:avLst/>
            <a:gdLst>
              <a:gd name="connsiteX0" fmla="*/ 27229 w 7809022"/>
              <a:gd name="connsiteY0" fmla="*/ 0 h 6858000"/>
              <a:gd name="connsiteX1" fmla="*/ 7809022 w 7809022"/>
              <a:gd name="connsiteY1" fmla="*/ 0 h 6858000"/>
              <a:gd name="connsiteX2" fmla="*/ 7809022 w 7809022"/>
              <a:gd name="connsiteY2" fmla="*/ 6858000 h 6858000"/>
              <a:gd name="connsiteX3" fmla="*/ 41303 w 7809022"/>
              <a:gd name="connsiteY3" fmla="*/ 6858000 h 6858000"/>
              <a:gd name="connsiteX4" fmla="*/ 41303 w 7809022"/>
              <a:gd name="connsiteY4" fmla="*/ 6822879 h 6858000"/>
              <a:gd name="connsiteX5" fmla="*/ 41303 w 7809022"/>
              <a:gd name="connsiteY5" fmla="*/ 6667752 h 6858000"/>
              <a:gd name="connsiteX6" fmla="*/ 0 w 7809022"/>
              <a:gd name="connsiteY6" fmla="*/ 3813425 h 6858000"/>
              <a:gd name="connsiteX7" fmla="*/ 41303 w 7809022"/>
              <a:gd name="connsiteY7" fmla="*/ 2572413 h 6858000"/>
              <a:gd name="connsiteX8" fmla="*/ 41303 w 7809022"/>
              <a:gd name="connsiteY8" fmla="*/ 1496869 h 6858000"/>
              <a:gd name="connsiteX9" fmla="*/ 41303 w 7809022"/>
              <a:gd name="connsiteY9" fmla="*/ 1083199 h 6858000"/>
              <a:gd name="connsiteX10" fmla="*/ 0 w 7809022"/>
              <a:gd name="connsiteY10" fmla="*/ 545427 h 6858000"/>
              <a:gd name="connsiteX11" fmla="*/ 22153 w 7809022"/>
              <a:gd name="connsiteY11" fmla="*/ 1016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09022" h="6858000">
                <a:moveTo>
                  <a:pt x="27229" y="0"/>
                </a:moveTo>
                <a:lnTo>
                  <a:pt x="7809022" y="0"/>
                </a:lnTo>
                <a:lnTo>
                  <a:pt x="7809022" y="6858000"/>
                </a:lnTo>
                <a:lnTo>
                  <a:pt x="41303" y="6858000"/>
                </a:lnTo>
                <a:lnTo>
                  <a:pt x="41303" y="6822879"/>
                </a:lnTo>
                <a:cubicBezTo>
                  <a:pt x="41303" y="6760828"/>
                  <a:pt x="41303" y="6709119"/>
                  <a:pt x="41303" y="6667752"/>
                </a:cubicBezTo>
                <a:cubicBezTo>
                  <a:pt x="41303" y="6667752"/>
                  <a:pt x="41303" y="6667752"/>
                  <a:pt x="0" y="3813425"/>
                </a:cubicBezTo>
                <a:cubicBezTo>
                  <a:pt x="0" y="3813425"/>
                  <a:pt x="0" y="3813425"/>
                  <a:pt x="41303" y="2572413"/>
                </a:cubicBezTo>
                <a:cubicBezTo>
                  <a:pt x="41303" y="2572413"/>
                  <a:pt x="41303" y="2572413"/>
                  <a:pt x="41303" y="1496869"/>
                </a:cubicBezTo>
                <a:cubicBezTo>
                  <a:pt x="41303" y="1455502"/>
                  <a:pt x="41303" y="1290034"/>
                  <a:pt x="41303" y="1083199"/>
                </a:cubicBezTo>
                <a:cubicBezTo>
                  <a:pt x="41303" y="876364"/>
                  <a:pt x="0" y="710895"/>
                  <a:pt x="0" y="545427"/>
                </a:cubicBezTo>
                <a:cubicBezTo>
                  <a:pt x="0" y="545427"/>
                  <a:pt x="0" y="545427"/>
                  <a:pt x="22153" y="101661"/>
                </a:cubicBez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6B466A-C90D-40C8-AC39-8DFFCDFCA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761698"/>
              </p:ext>
            </p:extLst>
          </p:nvPr>
        </p:nvGraphicFramePr>
        <p:xfrm>
          <a:off x="5260361" y="728664"/>
          <a:ext cx="6188689" cy="5409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432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88C0C-53F5-98C1-9C75-01758898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30566-AE86-2C58-990A-F72B330B2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975104"/>
            <a:ext cx="10728325" cy="438912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What caused the tensions between the Jewish and early Christian communities?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Give two reasons why the Romans persecuted Christians.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Now look at the case studies and answer the following: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What is meant by the expression ‘propitiate the gods’?  Why did the Romans think that it was necessary to propitiate the gods?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What happened to the Christians under Nero?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Who was Polycarp and why was he executed?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Who was Vibia Perpetua and why was she executed?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Why did Christianity survive and, indeed, thrive despite this brutal period of persecution?</a:t>
            </a:r>
            <a:endParaRPr lang="en-GB" b="1" dirty="0"/>
          </a:p>
          <a:p>
            <a:pPr marL="914400" lvl="1" indent="-457200">
              <a:buFont typeface="+mj-lt"/>
              <a:buAutoNum type="alphaLcParenR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62910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2254-9E01-FFFB-9CCB-085F0BEA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199"/>
            <a:ext cx="10728322" cy="1799147"/>
          </a:xfrm>
        </p:spPr>
        <p:txBody>
          <a:bodyPr>
            <a:noAutofit/>
          </a:bodyPr>
          <a:lstStyle/>
          <a:p>
            <a:r>
              <a:rPr lang="en-US" sz="3600" i="1" dirty="0">
                <a:latin typeface="Times New Roman"/>
                <a:cs typeface="Times New Roman"/>
              </a:rPr>
              <a:t>“The main reason that the Romans persecuted the Christians was to create a scapegoat for their own failings.” Discuss.</a:t>
            </a:r>
            <a:endParaRPr lang="en-US" sz="3600" dirty="0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2BE76-264A-258D-1F7C-D5668DDC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endParaRPr lang="en-US" b="1" dirty="0">
              <a:solidFill>
                <a:srgbClr val="FFFFFF">
                  <a:alpha val="58000"/>
                </a:srgbClr>
              </a:solidFill>
            </a:endParaRPr>
          </a:p>
          <a:p>
            <a:r>
              <a:rPr lang="en-US" b="1" dirty="0">
                <a:solidFill>
                  <a:srgbClr val="FFFFFF">
                    <a:alpha val="58000"/>
                  </a:srgbClr>
                </a:solidFill>
              </a:rPr>
              <a:t>Introduction: </a:t>
            </a:r>
            <a:r>
              <a:rPr lang="en-US" dirty="0">
                <a:solidFill>
                  <a:srgbClr val="FFFFFF">
                    <a:alpha val="58000"/>
                  </a:srgbClr>
                </a:solidFill>
              </a:rPr>
              <a:t>State whether or not you agree with the statement, and state which reason you think is the main one. </a:t>
            </a:r>
          </a:p>
          <a:p>
            <a:r>
              <a:rPr lang="en-US" b="1" dirty="0">
                <a:solidFill>
                  <a:srgbClr val="FFFFFF">
                    <a:alpha val="58000"/>
                  </a:srgbClr>
                </a:solidFill>
              </a:rPr>
              <a:t>Main Body: </a:t>
            </a:r>
            <a:r>
              <a:rPr lang="en-US" dirty="0">
                <a:solidFill>
                  <a:srgbClr val="FFFFFF">
                    <a:alpha val="58000"/>
                  </a:srgbClr>
                </a:solidFill>
              </a:rPr>
              <a:t>2-3 PEE paragraphs, each evaluating why a particular reason is important. Use evidence from the sources to support your points. </a:t>
            </a:r>
          </a:p>
          <a:p>
            <a:r>
              <a:rPr lang="en-US" b="1" dirty="0">
                <a:solidFill>
                  <a:srgbClr val="FFFFFF">
                    <a:alpha val="58000"/>
                  </a:srgbClr>
                </a:solidFill>
              </a:rPr>
              <a:t>Conclusion:</a:t>
            </a:r>
            <a:r>
              <a:rPr lang="en-US" dirty="0">
                <a:solidFill>
                  <a:srgbClr val="FFFFFF">
                    <a:alpha val="58000"/>
                  </a:srgbClr>
                </a:solidFill>
              </a:rPr>
              <a:t> Re-state whether or not you agree with the statement, and state which reason you think is the main one, explaining how you arrived at this conclusion. </a:t>
            </a:r>
          </a:p>
          <a:p>
            <a:pPr marL="0" indent="0">
              <a:buNone/>
            </a:pPr>
            <a:endParaRPr lang="en-US" dirty="0">
              <a:solidFill>
                <a:srgbClr val="FFFFFF">
                  <a:alpha val="58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528167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DarkSeedLeftStep">
      <a:dk1>
        <a:srgbClr val="000000"/>
      </a:dk1>
      <a:lt1>
        <a:srgbClr val="FFFFFF"/>
      </a:lt1>
      <a:dk2>
        <a:srgbClr val="213B36"/>
      </a:dk2>
      <a:lt2>
        <a:srgbClr val="E8E2E2"/>
      </a:lt2>
      <a:accent1>
        <a:srgbClr val="3AB2AD"/>
      </a:accent1>
      <a:accent2>
        <a:srgbClr val="30B779"/>
      </a:accent2>
      <a:accent3>
        <a:srgbClr val="3CB84C"/>
      </a:accent3>
      <a:accent4>
        <a:srgbClr val="58B630"/>
      </a:accent4>
      <a:accent5>
        <a:srgbClr val="8BAD39"/>
      </a:accent5>
      <a:accent6>
        <a:srgbClr val="B3A22F"/>
      </a:accent6>
      <a:hlink>
        <a:srgbClr val="618C2E"/>
      </a:hlink>
      <a:folHlink>
        <a:srgbClr val="7F7F7F"/>
      </a:folHlink>
    </a:clrScheme>
    <a:fontScheme name="Blob">
      <a:majorFont>
        <a:latin typeface="Sagona Book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AD10A9D7E08D458C104B5739232EB4" ma:contentTypeVersion="19" ma:contentTypeDescription="Create a new document." ma:contentTypeScope="" ma:versionID="f06c63eefb6ff044dab917bc80b5708a">
  <xsd:schema xmlns:xsd="http://www.w3.org/2001/XMLSchema" xmlns:xs="http://www.w3.org/2001/XMLSchema" xmlns:p="http://schemas.microsoft.com/office/2006/metadata/properties" xmlns:ns2="ca05d594-02c3-4054-906a-8879c521063a" xmlns:ns3="80f066a0-d092-4ea2-8933-e7c755ed33e6" targetNamespace="http://schemas.microsoft.com/office/2006/metadata/properties" ma:root="true" ma:fieldsID="7a1deab4937aeeeb08d1b761a859a779" ns2:_="" ns3:_="">
    <xsd:import namespace="ca05d594-02c3-4054-906a-8879c521063a"/>
    <xsd:import namespace="80f066a0-d092-4ea2-8933-e7c755ed33e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05d594-02c3-4054-906a-8879c521063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4fb91da-2293-4aa6-b922-e06818789a25}" ma:internalName="TaxCatchAll" ma:showField="CatchAllData" ma:web="ca05d594-02c3-4054-906a-8879c52106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066a0-d092-4ea2-8933-e7c755ed33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9fe1d17e-ff9e-44d0-8ebb-180fc0d954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05d594-02c3-4054-906a-8879c521063a" xsi:nil="true"/>
    <lcf76f155ced4ddcb4097134ff3c332f xmlns="80f066a0-d092-4ea2-8933-e7c755ed33e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A7DE1C7-76E9-4429-B8B5-A6146A352C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EA7D6F-B582-4C20-B095-1C359A086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05d594-02c3-4054-906a-8879c521063a"/>
    <ds:schemaRef ds:uri="80f066a0-d092-4ea2-8933-e7c755ed33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7F8CEA2-2E5B-494A-92A3-9F2FC90CC145}">
  <ds:schemaRefs>
    <ds:schemaRef ds:uri="http://schemas.microsoft.com/office/2006/metadata/properties"/>
    <ds:schemaRef ds:uri="http://schemas.microsoft.com/office/infopath/2007/PartnerControls"/>
    <ds:schemaRef ds:uri="ca05d594-02c3-4054-906a-8879c521063a"/>
    <ds:schemaRef ds:uri="80f066a0-d092-4ea2-8933-e7c755ed33e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 Next LT Pro</vt:lpstr>
      <vt:lpstr>Sagona Book</vt:lpstr>
      <vt:lpstr>The Hand Extrablack</vt:lpstr>
      <vt:lpstr>Times New Roman</vt:lpstr>
      <vt:lpstr>BlobVTI</vt:lpstr>
      <vt:lpstr>Roman persecution of Christians</vt:lpstr>
      <vt:lpstr>THINK</vt:lpstr>
      <vt:lpstr>Early Christianity</vt:lpstr>
      <vt:lpstr>Additional reasons for persecution</vt:lpstr>
      <vt:lpstr>ANSWER</vt:lpstr>
      <vt:lpstr>“The main reason that the Romans persecuted the Christians was to create a scapegoat for their own failings.” Discuss.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Roman persecution of Christians</dc:title>
  <dc:creator>Jade Ramsay-Overall</dc:creator>
  <cp:lastModifiedBy>Cat Graham</cp:lastModifiedBy>
  <cp:revision>51</cp:revision>
  <dcterms:created xsi:type="dcterms:W3CDTF">2021-07-28T12:57:49Z</dcterms:created>
  <dcterms:modified xsi:type="dcterms:W3CDTF">2026-02-03T11:21:06Z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0x01010067AD10A9D7E08D458C104B5739232EB4</vt:lpwstr>
  </property>
  <property fmtid="{D5CDD505-2E9C-101B-9397-08002B2CF9AE}" pid="3" name="MediaServiceImageTags">
    <vt:lpwstr/>
  </property>
</Properties>
</file>