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4"/>
  </p:sldMasterIdLst>
  <p:sldIdLst>
    <p:sldId id="256" r:id="rId5"/>
    <p:sldId id="279" r:id="rId6"/>
    <p:sldId id="259" r:id="rId7"/>
    <p:sldId id="260" r:id="rId8"/>
    <p:sldId id="280" r:id="rId9"/>
    <p:sldId id="264" r:id="rId10"/>
    <p:sldId id="278" r:id="rId11"/>
    <p:sldId id="265" r:id="rId12"/>
    <p:sldId id="266" r:id="rId13"/>
    <p:sldId id="267" r:id="rId14"/>
    <p:sldId id="268" r:id="rId15"/>
    <p:sldId id="274" r:id="rId16"/>
    <p:sldId id="276" r:id="rId17"/>
    <p:sldId id="2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9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23910A-9569-45A5-AD7B-D1B8AB75806D}" v="1" dt="2026-02-09T08:30:29.5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74" d="100"/>
          <a:sy n="74" d="100"/>
        </p:scale>
        <p:origin x="41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t Graham" userId="483b05fd-8177-486f-86b5-05fb7fc73201" providerId="ADAL" clId="{17EC0F06-B6C8-4B2A-AE69-CD379420774C}"/>
    <pc:docChg chg="undo custSel addSld delSld modSld sldOrd">
      <pc:chgData name="Cat Graham" userId="483b05fd-8177-486f-86b5-05fb7fc73201" providerId="ADAL" clId="{17EC0F06-B6C8-4B2A-AE69-CD379420774C}" dt="2026-02-09T08:30:59.577" v="2174" actId="207"/>
      <pc:docMkLst>
        <pc:docMk/>
      </pc:docMkLst>
      <pc:sldChg chg="modSp mod modAnim">
        <pc:chgData name="Cat Graham" userId="483b05fd-8177-486f-86b5-05fb7fc73201" providerId="ADAL" clId="{17EC0F06-B6C8-4B2A-AE69-CD379420774C}" dt="2026-02-02T07:12:04.413" v="244"/>
        <pc:sldMkLst>
          <pc:docMk/>
          <pc:sldMk cId="2008429600" sldId="256"/>
        </pc:sldMkLst>
        <pc:spChg chg="mod">
          <ac:chgData name="Cat Graham" userId="483b05fd-8177-486f-86b5-05fb7fc73201" providerId="ADAL" clId="{17EC0F06-B6C8-4B2A-AE69-CD379420774C}" dt="2026-02-02T07:12:02.141" v="243" actId="20577"/>
          <ac:spMkLst>
            <pc:docMk/>
            <pc:sldMk cId="2008429600" sldId="256"/>
            <ac:spMk id="2" creationId="{4CA18764-8CAA-41F1-07F3-34BC49EC4512}"/>
          </ac:spMkLst>
        </pc:spChg>
        <pc:spChg chg="mod">
          <ac:chgData name="Cat Graham" userId="483b05fd-8177-486f-86b5-05fb7fc73201" providerId="ADAL" clId="{17EC0F06-B6C8-4B2A-AE69-CD379420774C}" dt="2026-02-02T07:12:04.413" v="244"/>
          <ac:spMkLst>
            <pc:docMk/>
            <pc:sldMk cId="2008429600" sldId="256"/>
            <ac:spMk id="3" creationId="{35117E52-2509-8B47-D33F-E1E26E1452E4}"/>
          </ac:spMkLst>
        </pc:spChg>
      </pc:sldChg>
      <pc:sldChg chg="addSp delSp modSp mod ord delAnim modAnim">
        <pc:chgData name="Cat Graham" userId="483b05fd-8177-486f-86b5-05fb7fc73201" providerId="ADAL" clId="{17EC0F06-B6C8-4B2A-AE69-CD379420774C}" dt="2026-02-02T07:43:30.469" v="1663" actId="1036"/>
        <pc:sldMkLst>
          <pc:docMk/>
          <pc:sldMk cId="955456149" sldId="259"/>
        </pc:sldMkLst>
        <pc:spChg chg="mod">
          <ac:chgData name="Cat Graham" userId="483b05fd-8177-486f-86b5-05fb7fc73201" providerId="ADAL" clId="{17EC0F06-B6C8-4B2A-AE69-CD379420774C}" dt="2026-02-02T07:43:30.469" v="1663" actId="1036"/>
          <ac:spMkLst>
            <pc:docMk/>
            <pc:sldMk cId="955456149" sldId="259"/>
            <ac:spMk id="3" creationId="{B9CD228A-0310-68E2-164F-EB23EE1B99A5}"/>
          </ac:spMkLst>
        </pc:spChg>
        <pc:spChg chg="add mod">
          <ac:chgData name="Cat Graham" userId="483b05fd-8177-486f-86b5-05fb7fc73201" providerId="ADAL" clId="{17EC0F06-B6C8-4B2A-AE69-CD379420774C}" dt="2026-02-02T07:43:03.615" v="1652" actId="403"/>
          <ac:spMkLst>
            <pc:docMk/>
            <pc:sldMk cId="955456149" sldId="259"/>
            <ac:spMk id="7" creationId="{0597A492-BD16-79F5-6EBB-1271DDC482D3}"/>
          </ac:spMkLst>
        </pc:spChg>
        <pc:picChg chg="add mod">
          <ac:chgData name="Cat Graham" userId="483b05fd-8177-486f-86b5-05fb7fc73201" providerId="ADAL" clId="{17EC0F06-B6C8-4B2A-AE69-CD379420774C}" dt="2026-02-02T07:43:10.352" v="1653" actId="1076"/>
          <ac:picMkLst>
            <pc:docMk/>
            <pc:sldMk cId="955456149" sldId="259"/>
            <ac:picMk id="5" creationId="{895597D0-9B7C-3CB5-2173-1E8416CFFCA6}"/>
          </ac:picMkLst>
        </pc:picChg>
      </pc:sldChg>
      <pc:sldChg chg="modSp mod modAnim">
        <pc:chgData name="Cat Graham" userId="483b05fd-8177-486f-86b5-05fb7fc73201" providerId="ADAL" clId="{17EC0F06-B6C8-4B2A-AE69-CD379420774C}" dt="2026-02-02T07:31:12.688" v="1403" actId="207"/>
        <pc:sldMkLst>
          <pc:docMk/>
          <pc:sldMk cId="1129954561" sldId="260"/>
        </pc:sldMkLst>
        <pc:spChg chg="mod">
          <ac:chgData name="Cat Graham" userId="483b05fd-8177-486f-86b5-05fb7fc73201" providerId="ADAL" clId="{17EC0F06-B6C8-4B2A-AE69-CD379420774C}" dt="2026-02-02T07:27:47.910" v="1191" actId="20577"/>
          <ac:spMkLst>
            <pc:docMk/>
            <pc:sldMk cId="1129954561" sldId="260"/>
            <ac:spMk id="2" creationId="{397D4B61-918B-90D1-583A-1EF101B9DDCC}"/>
          </ac:spMkLst>
        </pc:spChg>
        <pc:spChg chg="mod">
          <ac:chgData name="Cat Graham" userId="483b05fd-8177-486f-86b5-05fb7fc73201" providerId="ADAL" clId="{17EC0F06-B6C8-4B2A-AE69-CD379420774C}" dt="2026-02-02T07:31:12.688" v="1403" actId="207"/>
          <ac:spMkLst>
            <pc:docMk/>
            <pc:sldMk cId="1129954561" sldId="260"/>
            <ac:spMk id="3" creationId="{349FD405-D452-57CF-C242-7D3962B81D6A}"/>
          </ac:spMkLst>
        </pc:spChg>
      </pc:sldChg>
      <pc:sldChg chg="addSp delSp modSp">
        <pc:chgData name="Cat Graham" userId="483b05fd-8177-486f-86b5-05fb7fc73201" providerId="ADAL" clId="{17EC0F06-B6C8-4B2A-AE69-CD379420774C}" dt="2026-02-03T10:50:55.565" v="1893" actId="403"/>
        <pc:sldMkLst>
          <pc:docMk/>
          <pc:sldMk cId="2052830665" sldId="264"/>
        </pc:sldMkLst>
        <pc:spChg chg="mod">
          <ac:chgData name="Cat Graham" userId="483b05fd-8177-486f-86b5-05fb7fc73201" providerId="ADAL" clId="{17EC0F06-B6C8-4B2A-AE69-CD379420774C}" dt="2026-02-03T10:50:55.565" v="1893" actId="403"/>
          <ac:spMkLst>
            <pc:docMk/>
            <pc:sldMk cId="2052830665" sldId="264"/>
            <ac:spMk id="3" creationId="{AC5CD181-6619-449A-8985-7AE920303084}"/>
          </ac:spMkLst>
        </pc:spChg>
        <pc:picChg chg="add mod">
          <ac:chgData name="Cat Graham" userId="483b05fd-8177-486f-86b5-05fb7fc73201" providerId="ADAL" clId="{17EC0F06-B6C8-4B2A-AE69-CD379420774C}" dt="2026-02-03T10:45:21.704" v="1683" actId="1076"/>
          <ac:picMkLst>
            <pc:docMk/>
            <pc:sldMk cId="2052830665" sldId="264"/>
            <ac:picMk id="2052" creationId="{F860C799-9F02-C93E-5CB1-322090D1FAED}"/>
          </ac:picMkLst>
        </pc:picChg>
      </pc:sldChg>
      <pc:sldChg chg="addSp delSp modSp mod">
        <pc:chgData name="Cat Graham" userId="483b05fd-8177-486f-86b5-05fb7fc73201" providerId="ADAL" clId="{17EC0F06-B6C8-4B2A-AE69-CD379420774C}" dt="2026-02-09T08:29:35.236" v="2065" actId="207"/>
        <pc:sldMkLst>
          <pc:docMk/>
          <pc:sldMk cId="4226636559" sldId="265"/>
        </pc:sldMkLst>
        <pc:spChg chg="add del mod">
          <ac:chgData name="Cat Graham" userId="483b05fd-8177-486f-86b5-05fb7fc73201" providerId="ADAL" clId="{17EC0F06-B6C8-4B2A-AE69-CD379420774C}" dt="2026-02-09T08:29:35.236" v="2065" actId="207"/>
          <ac:spMkLst>
            <pc:docMk/>
            <pc:sldMk cId="4226636559" sldId="265"/>
            <ac:spMk id="3" creationId="{5391CE77-7EA2-8FA8-17A9-F1DCEDA42FF3}"/>
          </ac:spMkLst>
        </pc:spChg>
      </pc:sldChg>
      <pc:sldChg chg="modSp mod modAnim">
        <pc:chgData name="Cat Graham" userId="483b05fd-8177-486f-86b5-05fb7fc73201" providerId="ADAL" clId="{17EC0F06-B6C8-4B2A-AE69-CD379420774C}" dt="2026-02-03T10:48:11.613" v="1701" actId="403"/>
        <pc:sldMkLst>
          <pc:docMk/>
          <pc:sldMk cId="410707898" sldId="268"/>
        </pc:sldMkLst>
        <pc:spChg chg="mod">
          <ac:chgData name="Cat Graham" userId="483b05fd-8177-486f-86b5-05fb7fc73201" providerId="ADAL" clId="{17EC0F06-B6C8-4B2A-AE69-CD379420774C}" dt="2026-02-03T10:48:11.613" v="1701" actId="403"/>
          <ac:spMkLst>
            <pc:docMk/>
            <pc:sldMk cId="410707898" sldId="268"/>
            <ac:spMk id="3" creationId="{6C6516A4-090B-4906-B86D-1E087811C0D1}"/>
          </ac:spMkLst>
        </pc:spChg>
      </pc:sldChg>
      <pc:sldChg chg="addSp modSp mod">
        <pc:chgData name="Cat Graham" userId="483b05fd-8177-486f-86b5-05fb7fc73201" providerId="ADAL" clId="{17EC0F06-B6C8-4B2A-AE69-CD379420774C}" dt="2026-02-09T08:30:59.577" v="2174" actId="207"/>
        <pc:sldMkLst>
          <pc:docMk/>
          <pc:sldMk cId="4075632901" sldId="278"/>
        </pc:sldMkLst>
        <pc:spChg chg="add mod">
          <ac:chgData name="Cat Graham" userId="483b05fd-8177-486f-86b5-05fb7fc73201" providerId="ADAL" clId="{17EC0F06-B6C8-4B2A-AE69-CD379420774C}" dt="2026-02-09T08:30:59.577" v="2174" actId="207"/>
          <ac:spMkLst>
            <pc:docMk/>
            <pc:sldMk cId="4075632901" sldId="278"/>
            <ac:spMk id="3" creationId="{D5FBDE15-3FD1-6B5B-F57C-D49088EB7EED}"/>
          </ac:spMkLst>
        </pc:spChg>
      </pc:sldChg>
      <pc:sldChg chg="modSp new mod">
        <pc:chgData name="Cat Graham" userId="483b05fd-8177-486f-86b5-05fb7fc73201" providerId="ADAL" clId="{17EC0F06-B6C8-4B2A-AE69-CD379420774C}" dt="2026-02-02T07:31:21.435" v="1404" actId="207"/>
        <pc:sldMkLst>
          <pc:docMk/>
          <pc:sldMk cId="133134940" sldId="279"/>
        </pc:sldMkLst>
        <pc:spChg chg="mod">
          <ac:chgData name="Cat Graham" userId="483b05fd-8177-486f-86b5-05fb7fc73201" providerId="ADAL" clId="{17EC0F06-B6C8-4B2A-AE69-CD379420774C}" dt="2026-02-02T07:11:16.665" v="181" actId="20577"/>
          <ac:spMkLst>
            <pc:docMk/>
            <pc:sldMk cId="133134940" sldId="279"/>
            <ac:spMk id="2" creationId="{D4E6FF22-5130-6D07-E091-B317A8B4C653}"/>
          </ac:spMkLst>
        </pc:spChg>
        <pc:spChg chg="mod">
          <ac:chgData name="Cat Graham" userId="483b05fd-8177-486f-86b5-05fb7fc73201" providerId="ADAL" clId="{17EC0F06-B6C8-4B2A-AE69-CD379420774C}" dt="2026-02-02T07:31:21.435" v="1404" actId="207"/>
          <ac:spMkLst>
            <pc:docMk/>
            <pc:sldMk cId="133134940" sldId="279"/>
            <ac:spMk id="3" creationId="{E6DA5A37-40D1-30DB-0AFC-4A61A4846DEF}"/>
          </ac:spMkLst>
        </pc:spChg>
      </pc:sldChg>
      <pc:sldChg chg="addSp modSp new mod">
        <pc:chgData name="Cat Graham" userId="483b05fd-8177-486f-86b5-05fb7fc73201" providerId="ADAL" clId="{17EC0F06-B6C8-4B2A-AE69-CD379420774C}" dt="2026-02-09T08:29:19.775" v="2064" actId="20577"/>
        <pc:sldMkLst>
          <pc:docMk/>
          <pc:sldMk cId="2871670256" sldId="280"/>
        </pc:sldMkLst>
        <pc:spChg chg="mod">
          <ac:chgData name="Cat Graham" userId="483b05fd-8177-486f-86b5-05fb7fc73201" providerId="ADAL" clId="{17EC0F06-B6C8-4B2A-AE69-CD379420774C}" dt="2026-02-02T07:39:18.677" v="1428" actId="20577"/>
          <ac:spMkLst>
            <pc:docMk/>
            <pc:sldMk cId="2871670256" sldId="280"/>
            <ac:spMk id="2" creationId="{4B7F50B5-6AD5-95E1-44BA-A22C7415F08D}"/>
          </ac:spMkLst>
        </pc:spChg>
        <pc:spChg chg="mod">
          <ac:chgData name="Cat Graham" userId="483b05fd-8177-486f-86b5-05fb7fc73201" providerId="ADAL" clId="{17EC0F06-B6C8-4B2A-AE69-CD379420774C}" dt="2026-02-09T08:29:19.775" v="2064" actId="20577"/>
          <ac:spMkLst>
            <pc:docMk/>
            <pc:sldMk cId="2871670256" sldId="280"/>
            <ac:spMk id="3" creationId="{BAD89E57-0DB9-1A89-1EBB-FA982207BD60}"/>
          </ac:spMkLst>
        </pc:spChg>
        <pc:picChg chg="add mod">
          <ac:chgData name="Cat Graham" userId="483b05fd-8177-486f-86b5-05fb7fc73201" providerId="ADAL" clId="{17EC0F06-B6C8-4B2A-AE69-CD379420774C}" dt="2026-02-02T07:40:42.528" v="1616" actId="1076"/>
          <ac:picMkLst>
            <pc:docMk/>
            <pc:sldMk cId="2871670256" sldId="280"/>
            <ac:picMk id="1026" creationId="{60A4A69F-57C6-6C7C-8557-754F5FB3945F}"/>
          </ac:picMkLst>
        </pc:picChg>
      </pc:sldChg>
      <pc:sldChg chg="addSp delSp modSp add mod">
        <pc:chgData name="Cat Graham" userId="483b05fd-8177-486f-86b5-05fb7fc73201" providerId="ADAL" clId="{17EC0F06-B6C8-4B2A-AE69-CD379420774C}" dt="2026-02-09T08:30:15.243" v="2066" actId="207"/>
        <pc:sldMkLst>
          <pc:docMk/>
          <pc:sldMk cId="278758571" sldId="282"/>
        </pc:sldMkLst>
        <pc:spChg chg="mod">
          <ac:chgData name="Cat Graham" userId="483b05fd-8177-486f-86b5-05fb7fc73201" providerId="ADAL" clId="{17EC0F06-B6C8-4B2A-AE69-CD379420774C}" dt="2026-02-09T08:30:15.243" v="2066" actId="207"/>
          <ac:spMkLst>
            <pc:docMk/>
            <pc:sldMk cId="278758571" sldId="282"/>
            <ac:spMk id="3" creationId="{02BAE892-84AA-F835-8EAF-1DCEF2AC3CD8}"/>
          </ac:spMkLst>
        </pc:spChg>
        <pc:picChg chg="add mod">
          <ac:chgData name="Cat Graham" userId="483b05fd-8177-486f-86b5-05fb7fc73201" providerId="ADAL" clId="{17EC0F06-B6C8-4B2A-AE69-CD379420774C}" dt="2026-02-03T10:50:28.273" v="1890" actId="1076"/>
          <ac:picMkLst>
            <pc:docMk/>
            <pc:sldMk cId="278758571" sldId="282"/>
            <ac:picMk id="4" creationId="{9533E8A5-2EEA-D3BE-B128-C7D22665F72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2"/>
            <a:ext cx="8816632" cy="357155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0"/>
            <a:ext cx="8816632" cy="944879"/>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16" name="Straight Connector 15">
            <a:extLst>
              <a:ext uri="{FF2B5EF4-FFF2-40B4-BE49-F238E27FC236}">
                <a16:creationId xmlns:a16="http://schemas.microsoft.com/office/drawing/2014/main" id="{24A7CC8F-56A6-423D-B67A-8BA89D3EC91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9561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90449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01F-198D-4AAD-B4FB-AD3B44981ADD}"/>
              </a:ext>
            </a:extLst>
          </p:cNvPr>
          <p:cNvSpPr>
            <a:spLocks noGrp="1"/>
          </p:cNvSpPr>
          <p:nvPr>
            <p:ph type="title"/>
          </p:nvPr>
        </p:nvSpPr>
        <p:spPr>
          <a:xfrm>
            <a:off x="838200" y="838200"/>
            <a:ext cx="9438640" cy="4114800"/>
          </a:xfrm>
        </p:spPr>
        <p:txBody>
          <a:bodyPr anchor="t">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BCC2B-311B-4FB6-B3A5-26F68055AE38}"/>
              </a:ext>
            </a:extLst>
          </p:cNvPr>
          <p:cNvSpPr>
            <a:spLocks noGrp="1"/>
          </p:cNvSpPr>
          <p:nvPr>
            <p:ph type="body" idx="1"/>
          </p:nvPr>
        </p:nvSpPr>
        <p:spPr>
          <a:xfrm>
            <a:off x="838200" y="5217160"/>
            <a:ext cx="9438640" cy="802640"/>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9CB73D-2D6B-4FA6-89A4-DCC89F80E0F1}"/>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5" name="Footer Placeholder 4">
            <a:extLst>
              <a:ext uri="{FF2B5EF4-FFF2-40B4-BE49-F238E27FC236}">
                <a16:creationId xmlns:a16="http://schemas.microsoft.com/office/drawing/2014/main" id="{B6A0C188-FF43-44C1-A005-679168D5F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D1188-DA27-47B2-8176-31193EEC4C2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342981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5A25-7E99-42A8-8D6D-648EFE2038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501DC-62B7-42BD-A941-D34E92719C32}"/>
              </a:ext>
            </a:extLst>
          </p:cNvPr>
          <p:cNvSpPr>
            <a:spLocks noGrp="1"/>
          </p:cNvSpPr>
          <p:nvPr>
            <p:ph sz="half" idx="1"/>
          </p:nvPr>
        </p:nvSpPr>
        <p:spPr>
          <a:xfrm>
            <a:off x="838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765C5C1-4FD4-4958-99A0-BDADECA336BD}"/>
              </a:ext>
            </a:extLst>
          </p:cNvPr>
          <p:cNvSpPr>
            <a:spLocks noGrp="1"/>
          </p:cNvSpPr>
          <p:nvPr>
            <p:ph sz="half" idx="2"/>
          </p:nvPr>
        </p:nvSpPr>
        <p:spPr>
          <a:xfrm>
            <a:off x="6172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D1B234-5D54-44E5-B41D-B205AAF50305}"/>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6" name="Footer Placeholder 5">
            <a:extLst>
              <a:ext uri="{FF2B5EF4-FFF2-40B4-BE49-F238E27FC236}">
                <a16:creationId xmlns:a16="http://schemas.microsoft.com/office/drawing/2014/main" id="{0E67BCDB-6B96-45D6-B5E9-823A96EBD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39C5F-F16F-4AFD-98D1-FA3BB96AF2C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284051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C1F-0040-4BBF-81A6-FD2E30637B0C}"/>
              </a:ext>
            </a:extLst>
          </p:cNvPr>
          <p:cNvSpPr>
            <a:spLocks noGrp="1"/>
          </p:cNvSpPr>
          <p:nvPr>
            <p:ph type="title"/>
          </p:nvPr>
        </p:nvSpPr>
        <p:spPr>
          <a:xfrm>
            <a:off x="839788" y="379780"/>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2894A7-1DA1-44C1-8ED0-716279430690}"/>
              </a:ext>
            </a:extLst>
          </p:cNvPr>
          <p:cNvSpPr>
            <a:spLocks noGrp="1"/>
          </p:cNvSpPr>
          <p:nvPr>
            <p:ph type="body" idx="1"/>
          </p:nvPr>
        </p:nvSpPr>
        <p:spPr>
          <a:xfrm>
            <a:off x="839789" y="1824035"/>
            <a:ext cx="4997132"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9AB945-31E2-4B60-9076-CBB8F8594949}"/>
              </a:ext>
            </a:extLst>
          </p:cNvPr>
          <p:cNvSpPr>
            <a:spLocks noGrp="1"/>
          </p:cNvSpPr>
          <p:nvPr>
            <p:ph sz="half" idx="2"/>
          </p:nvPr>
        </p:nvSpPr>
        <p:spPr>
          <a:xfrm>
            <a:off x="839789" y="2505075"/>
            <a:ext cx="4997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71B3EA-2E84-4B8B-A104-81BD577424AD}"/>
              </a:ext>
            </a:extLst>
          </p:cNvPr>
          <p:cNvSpPr>
            <a:spLocks noGrp="1"/>
          </p:cNvSpPr>
          <p:nvPr>
            <p:ph type="body" sz="quarter" idx="3"/>
          </p:nvPr>
        </p:nvSpPr>
        <p:spPr>
          <a:xfrm>
            <a:off x="6355080" y="1824035"/>
            <a:ext cx="5000308"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511AB8-302C-476E-B80A-AA739911E304}"/>
              </a:ext>
            </a:extLst>
          </p:cNvPr>
          <p:cNvSpPr>
            <a:spLocks noGrp="1"/>
          </p:cNvSpPr>
          <p:nvPr>
            <p:ph sz="quarter" idx="4"/>
          </p:nvPr>
        </p:nvSpPr>
        <p:spPr>
          <a:xfrm>
            <a:off x="6355080" y="2505075"/>
            <a:ext cx="50003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B47C29-FE34-4E6E-9921-78C54673AAD9}"/>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8" name="Footer Placeholder 7">
            <a:extLst>
              <a:ext uri="{FF2B5EF4-FFF2-40B4-BE49-F238E27FC236}">
                <a16:creationId xmlns:a16="http://schemas.microsoft.com/office/drawing/2014/main" id="{3CF6B420-A9CE-4BB6-A653-5C3ABC7D6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1DF8FE-1179-4798-B16D-AF1DFA266D4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77468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6F1A-0A68-4048-808F-CD7A9F3B0846}"/>
              </a:ext>
            </a:extLst>
          </p:cNvPr>
          <p:cNvSpPr>
            <a:spLocks noGrp="1"/>
          </p:cNvSpPr>
          <p:nvPr>
            <p:ph type="title"/>
          </p:nvPr>
        </p:nvSpPr>
        <p:spPr>
          <a:xfrm>
            <a:off x="838200" y="999592"/>
            <a:ext cx="10515600" cy="1573223"/>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28ACB3E6-5365-48F5-8D2A-0B002BA357E3}"/>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4" name="Footer Placeholder 3">
            <a:extLst>
              <a:ext uri="{FF2B5EF4-FFF2-40B4-BE49-F238E27FC236}">
                <a16:creationId xmlns:a16="http://schemas.microsoft.com/office/drawing/2014/main" id="{FF7D8EE9-4D97-4B2F-8D38-41CB9EE774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2C5952-0A27-4FAB-A3FD-12003787676B}"/>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731289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08427-909D-4679-9192-BC99557A7D06}"/>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3" name="Footer Placeholder 2">
            <a:extLst>
              <a:ext uri="{FF2B5EF4-FFF2-40B4-BE49-F238E27FC236}">
                <a16:creationId xmlns:a16="http://schemas.microsoft.com/office/drawing/2014/main" id="{508E39A6-1E09-42B5-85B4-7E8B5AB2AE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938940-01DD-4C97-8649-E01C3B0EDF7C}"/>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952954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B3D-D568-40B4-A73A-1C8EA9ABB098}"/>
              </a:ext>
            </a:extLst>
          </p:cNvPr>
          <p:cNvSpPr>
            <a:spLocks noGrp="1"/>
          </p:cNvSpPr>
          <p:nvPr>
            <p:ph type="title"/>
          </p:nvPr>
        </p:nvSpPr>
        <p:spPr>
          <a:xfrm>
            <a:off x="839789" y="457200"/>
            <a:ext cx="3691818" cy="17018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D586EB3-917A-43B7-85BB-D00B5D2F07E4}"/>
              </a:ext>
            </a:extLst>
          </p:cNvPr>
          <p:cNvSpPr>
            <a:spLocks noGrp="1"/>
          </p:cNvSpPr>
          <p:nvPr>
            <p:ph idx="1"/>
          </p:nvPr>
        </p:nvSpPr>
        <p:spPr>
          <a:xfrm>
            <a:off x="5514798" y="987425"/>
            <a:ext cx="5840589" cy="5032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7AC029-3BC1-4637-A7F9-BC786DC26A38}"/>
              </a:ext>
            </a:extLst>
          </p:cNvPr>
          <p:cNvSpPr>
            <a:spLocks noGrp="1"/>
          </p:cNvSpPr>
          <p:nvPr>
            <p:ph type="body" sz="half" idx="2"/>
          </p:nvPr>
        </p:nvSpPr>
        <p:spPr>
          <a:xfrm>
            <a:off x="839789" y="2372360"/>
            <a:ext cx="3691817" cy="34966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0B948-89C5-4AC5-B7A0-17136F5C5A6A}"/>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6" name="Footer Placeholder 5">
            <a:extLst>
              <a:ext uri="{FF2B5EF4-FFF2-40B4-BE49-F238E27FC236}">
                <a16:creationId xmlns:a16="http://schemas.microsoft.com/office/drawing/2014/main" id="{F3A6C8C5-652F-46CB-BD26-E262B057F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FB50CB-E91F-4B71-81F0-800F2B51A34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8B69B885-FDB8-4C62-A285-A0CDC49A6B0C}"/>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3924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941E-6445-4840-81AE-104EF7A4F7E9}"/>
              </a:ext>
            </a:extLst>
          </p:cNvPr>
          <p:cNvSpPr>
            <a:spLocks noGrp="1"/>
          </p:cNvSpPr>
          <p:nvPr>
            <p:ph type="title"/>
          </p:nvPr>
        </p:nvSpPr>
        <p:spPr>
          <a:xfrm>
            <a:off x="839789" y="457200"/>
            <a:ext cx="3696652" cy="17018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3F8B866-E32B-4AE7-AEF3-6974AE3288F3}"/>
              </a:ext>
            </a:extLst>
          </p:cNvPr>
          <p:cNvSpPr>
            <a:spLocks noGrp="1"/>
          </p:cNvSpPr>
          <p:nvPr>
            <p:ph type="pic" idx="1"/>
          </p:nvPr>
        </p:nvSpPr>
        <p:spPr>
          <a:xfrm>
            <a:off x="5786120" y="838200"/>
            <a:ext cx="560323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2ABB7A-E157-499A-B224-C2313181F569}"/>
              </a:ext>
            </a:extLst>
          </p:cNvPr>
          <p:cNvSpPr>
            <a:spLocks noGrp="1"/>
          </p:cNvSpPr>
          <p:nvPr>
            <p:ph type="body" sz="half" idx="2"/>
          </p:nvPr>
        </p:nvSpPr>
        <p:spPr>
          <a:xfrm>
            <a:off x="839789" y="2367280"/>
            <a:ext cx="3696652" cy="35017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77283-E2B8-405E-BB6E-9F121140E506}"/>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6" name="Footer Placeholder 5">
            <a:extLst>
              <a:ext uri="{FF2B5EF4-FFF2-40B4-BE49-F238E27FC236}">
                <a16:creationId xmlns:a16="http://schemas.microsoft.com/office/drawing/2014/main" id="{F9F21F05-EB94-417F-B19B-96FF3D9EC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7C3C7-B6DB-4064-8E66-9FB770C888E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51E233FA-220A-423F-907E-5F81526A28A0}"/>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8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6D52-667C-4E67-9038-A0BDFD8CC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3E72AC-0272-475A-BD25-2AB7AC1DE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FBFF2-9ECB-4CDD-87FA-9DD1F87BFDE9}"/>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5" name="Footer Placeholder 4">
            <a:extLst>
              <a:ext uri="{FF2B5EF4-FFF2-40B4-BE49-F238E27FC236}">
                <a16:creationId xmlns:a16="http://schemas.microsoft.com/office/drawing/2014/main" id="{40AC12B3-DAF5-4BA7-A3A6-D0284716D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171AE-4A11-4035-A072-9AC4053FFA85}"/>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96688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2E95-2F50-48D3-B00E-4C259644E72E}"/>
              </a:ext>
            </a:extLst>
          </p:cNvPr>
          <p:cNvSpPr>
            <a:spLocks noGrp="1"/>
          </p:cNvSpPr>
          <p:nvPr>
            <p:ph type="title" orient="vert"/>
          </p:nvPr>
        </p:nvSpPr>
        <p:spPr>
          <a:xfrm>
            <a:off x="9050174" y="838199"/>
            <a:ext cx="2303626" cy="533876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2617C9B-4E02-49C8-B6DF-65ED3C990343}"/>
              </a:ext>
            </a:extLst>
          </p:cNvPr>
          <p:cNvSpPr>
            <a:spLocks noGrp="1"/>
          </p:cNvSpPr>
          <p:nvPr>
            <p:ph type="body" orient="vert" idx="1"/>
          </p:nvPr>
        </p:nvSpPr>
        <p:spPr>
          <a:xfrm>
            <a:off x="838200" y="838199"/>
            <a:ext cx="7734300" cy="5338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CA10C-AC31-4D80-B78F-08E48CDCB7F2}"/>
              </a:ext>
            </a:extLst>
          </p:cNvPr>
          <p:cNvSpPr>
            <a:spLocks noGrp="1"/>
          </p:cNvSpPr>
          <p:nvPr>
            <p:ph type="dt" sz="half" idx="10"/>
          </p:nvPr>
        </p:nvSpPr>
        <p:spPr/>
        <p:txBody>
          <a:bodyPr/>
          <a:lstStyle/>
          <a:p>
            <a:fld id="{F6CCBF3A-D7FB-4B97-8FD5-6FFB20CB1E84}" type="datetimeFigureOut">
              <a:rPr lang="en-US" smtClean="0"/>
              <a:t>2/9/2026</a:t>
            </a:fld>
            <a:endParaRPr lang="en-US"/>
          </a:p>
        </p:txBody>
      </p:sp>
      <p:sp>
        <p:nvSpPr>
          <p:cNvPr id="5" name="Footer Placeholder 4">
            <a:extLst>
              <a:ext uri="{FF2B5EF4-FFF2-40B4-BE49-F238E27FC236}">
                <a16:creationId xmlns:a16="http://schemas.microsoft.com/office/drawing/2014/main" id="{19AAB5B7-F312-4BC9-A5D3-72E065D1B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2E489-5442-4698-B6E3-3421A97C283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7" name="Straight Connector 6">
            <a:extLst>
              <a:ext uri="{FF2B5EF4-FFF2-40B4-BE49-F238E27FC236}">
                <a16:creationId xmlns:a16="http://schemas.microsoft.com/office/drawing/2014/main" id="{41F3A7E1-F157-4338-B7F7-9C0A2D60B7FF}"/>
              </a:ext>
            </a:extLst>
          </p:cNvPr>
          <p:cNvCxnSpPr>
            <a:cxnSpLocks/>
          </p:cNvCxnSpPr>
          <p:nvPr/>
        </p:nvCxnSpPr>
        <p:spPr>
          <a:xfrm>
            <a:off x="881133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5058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a:defRPr sz="1000">
                <a:solidFill>
                  <a:schemeClr val="tx1"/>
                </a:solidFill>
              </a:defRPr>
            </a:lvl1pPr>
          </a:lstStyle>
          <a:p>
            <a:fld id="{F6CCBF3A-D7FB-4B97-8FD5-6FFB20CB1E84}" type="datetimeFigureOut">
              <a:rPr lang="en-US" smtClean="0"/>
              <a:t>2/9/2026</a:t>
            </a:fld>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5400000">
            <a:off x="-1131161" y="1592957"/>
            <a:ext cx="2973522"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a:defRPr sz="1000">
                <a:solidFill>
                  <a:schemeClr val="tx1"/>
                </a:solidFill>
              </a:defRPr>
            </a:lvl1pPr>
          </a:lstStyle>
          <a:p>
            <a:fld id="{3109D357-8067-4A1F-97B2-93C5160B78D9}"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68468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video" Target="https://www.youtube.com/embed/fglsbcGSr3A?feature=oembed"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57BC899-49B5-4B43-9200-3CEA6DD55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18764-8CAA-41F1-07F3-34BC49EC4512}"/>
              </a:ext>
            </a:extLst>
          </p:cNvPr>
          <p:cNvSpPr>
            <a:spLocks noGrp="1"/>
          </p:cNvSpPr>
          <p:nvPr>
            <p:ph type="ctrTitle"/>
          </p:nvPr>
        </p:nvSpPr>
        <p:spPr>
          <a:xfrm>
            <a:off x="5839675" y="1513840"/>
            <a:ext cx="5011201" cy="3099473"/>
          </a:xfrm>
        </p:spPr>
        <p:txBody>
          <a:bodyPr>
            <a:normAutofit/>
          </a:bodyPr>
          <a:lstStyle/>
          <a:p>
            <a:r>
              <a:rPr lang="en-GB" sz="6000" dirty="0"/>
              <a:t>The Early Church</a:t>
            </a:r>
          </a:p>
        </p:txBody>
      </p:sp>
      <p:sp>
        <p:nvSpPr>
          <p:cNvPr id="3" name="Subtitle 2">
            <a:extLst>
              <a:ext uri="{FF2B5EF4-FFF2-40B4-BE49-F238E27FC236}">
                <a16:creationId xmlns:a16="http://schemas.microsoft.com/office/drawing/2014/main" id="{35117E52-2509-8B47-D33F-E1E26E1452E4}"/>
              </a:ext>
            </a:extLst>
          </p:cNvPr>
          <p:cNvSpPr>
            <a:spLocks noGrp="1"/>
          </p:cNvSpPr>
          <p:nvPr>
            <p:ph type="subTitle" idx="1"/>
          </p:nvPr>
        </p:nvSpPr>
        <p:spPr>
          <a:xfrm>
            <a:off x="5839676" y="4957900"/>
            <a:ext cx="5011192" cy="1208554"/>
          </a:xfrm>
        </p:spPr>
        <p:txBody>
          <a:bodyPr anchor="t">
            <a:normAutofit/>
          </a:bodyPr>
          <a:lstStyle/>
          <a:p>
            <a:r>
              <a:rPr lang="en-GB" sz="3600" dirty="0"/>
              <a:t>St Peter &amp; St Paul</a:t>
            </a:r>
          </a:p>
        </p:txBody>
      </p:sp>
      <p:pic>
        <p:nvPicPr>
          <p:cNvPr id="1026" name="Picture 2" descr="A statue of a person in front of a building&#10;&#10;Description automatically generated">
            <a:extLst>
              <a:ext uri="{FF2B5EF4-FFF2-40B4-BE49-F238E27FC236}">
                <a16:creationId xmlns:a16="http://schemas.microsoft.com/office/drawing/2014/main" id="{DFEDD949-52A5-5308-ED5F-978A1C1F70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892" r="4430" b="-3"/>
          <a:stretch/>
        </p:blipFill>
        <p:spPr bwMode="auto">
          <a:xfrm>
            <a:off x="833540" y="777256"/>
            <a:ext cx="3368679" cy="5242544"/>
          </a:xfrm>
          <a:custGeom>
            <a:avLst/>
            <a:gdLst/>
            <a:ahLst/>
            <a:cxnLst/>
            <a:rect l="l" t="t" r="r" b="b"/>
            <a:pathLst>
              <a:path w="3368679" h="5242544">
                <a:moveTo>
                  <a:pt x="1684341" y="0"/>
                </a:moveTo>
                <a:cubicBezTo>
                  <a:pt x="2614575" y="0"/>
                  <a:pt x="3368679" y="754104"/>
                  <a:pt x="3368679" y="1684339"/>
                </a:cubicBezTo>
                <a:lnTo>
                  <a:pt x="3368677" y="2408104"/>
                </a:lnTo>
                <a:cubicBezTo>
                  <a:pt x="3368678" y="2408114"/>
                  <a:pt x="3368678" y="2408123"/>
                  <a:pt x="3368679" y="2408133"/>
                </a:cubicBezTo>
                <a:lnTo>
                  <a:pt x="3368673" y="5242544"/>
                </a:lnTo>
                <a:lnTo>
                  <a:pt x="0" y="5242544"/>
                </a:lnTo>
                <a:lnTo>
                  <a:pt x="1" y="1684339"/>
                </a:lnTo>
                <a:cubicBezTo>
                  <a:pt x="1" y="754104"/>
                  <a:pt x="754106" y="0"/>
                  <a:pt x="1684341" y="0"/>
                </a:cubicBezTo>
                <a:close/>
              </a:path>
            </a:pathLst>
          </a:custGeom>
          <a:noFill/>
          <a:extLst>
            <a:ext uri="{909E8E84-426E-40DD-AFC4-6F175D3DCCD1}">
              <a14:hiddenFill xmlns:a14="http://schemas.microsoft.com/office/drawing/2010/main">
                <a:solidFill>
                  <a:srgbClr val="FFFFFF"/>
                </a:solidFill>
              </a14:hiddenFill>
            </a:ext>
          </a:extLst>
        </p:spPr>
      </p:pic>
      <p:cxnSp>
        <p:nvCxnSpPr>
          <p:cNvPr id="1033" name="Straight Connector 1032">
            <a:extLst>
              <a:ext uri="{FF2B5EF4-FFF2-40B4-BE49-F238E27FC236}">
                <a16:creationId xmlns:a16="http://schemas.microsoft.com/office/drawing/2014/main" id="{CC2FFC94-1F80-402F-B7DE-3E407ADB1E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42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6FF22-5130-6D07-E091-B317A8B4C653}"/>
              </a:ext>
            </a:extLst>
          </p:cNvPr>
          <p:cNvSpPr>
            <a:spLocks noGrp="1"/>
          </p:cNvSpPr>
          <p:nvPr>
            <p:ph type="title"/>
          </p:nvPr>
        </p:nvSpPr>
        <p:spPr/>
        <p:txBody>
          <a:bodyPr/>
          <a:lstStyle/>
          <a:p>
            <a:r>
              <a:rPr lang="en-GB" dirty="0"/>
              <a:t>AD 33(</a:t>
            </a:r>
            <a:r>
              <a:rPr lang="en-GB" dirty="0" err="1"/>
              <a:t>ish</a:t>
            </a:r>
            <a:r>
              <a:rPr lang="en-GB" dirty="0"/>
              <a:t>)</a:t>
            </a:r>
          </a:p>
        </p:txBody>
      </p:sp>
      <p:sp>
        <p:nvSpPr>
          <p:cNvPr id="3" name="Content Placeholder 2">
            <a:extLst>
              <a:ext uri="{FF2B5EF4-FFF2-40B4-BE49-F238E27FC236}">
                <a16:creationId xmlns:a16="http://schemas.microsoft.com/office/drawing/2014/main" id="{E6DA5A37-40D1-30DB-0AFC-4A61A4846DEF}"/>
              </a:ext>
            </a:extLst>
          </p:cNvPr>
          <p:cNvSpPr>
            <a:spLocks noGrp="1"/>
          </p:cNvSpPr>
          <p:nvPr>
            <p:ph idx="1"/>
          </p:nvPr>
        </p:nvSpPr>
        <p:spPr/>
        <p:txBody>
          <a:bodyPr>
            <a:normAutofit lnSpcReduction="10000"/>
          </a:bodyPr>
          <a:lstStyle/>
          <a:p>
            <a:r>
              <a:rPr lang="en-GB" sz="2400" dirty="0"/>
              <a:t>You are one of Jesus’ disciples and you have had quite a year.</a:t>
            </a:r>
          </a:p>
          <a:p>
            <a:r>
              <a:rPr lang="en-GB" sz="2400" dirty="0"/>
              <a:t>Your friend, teacher and leader – Jesus – was arrested, tried and crucified. He then resurrected from the dead, met with you and your friends on several occasions, before ascending into heaven before your very eyes. </a:t>
            </a:r>
          </a:p>
          <a:p>
            <a:r>
              <a:rPr lang="en-GB" sz="2400" dirty="0"/>
              <a:t>Before he goes he says he’ll come back, but he won’t tell you when – “</a:t>
            </a:r>
            <a:r>
              <a:rPr lang="en-US" sz="2400" i="1" dirty="0"/>
              <a:t>you also must be ready, for the Son of Man is coming at an hour you do not expect”.</a:t>
            </a:r>
          </a:p>
          <a:p>
            <a:endParaRPr lang="en-GB" sz="2400" dirty="0"/>
          </a:p>
          <a:p>
            <a:r>
              <a:rPr lang="en-GB" sz="2400" dirty="0">
                <a:solidFill>
                  <a:srgbClr val="FF0000"/>
                </a:solidFill>
              </a:rPr>
              <a:t>How are you now feeling?</a:t>
            </a:r>
          </a:p>
          <a:p>
            <a:r>
              <a:rPr lang="en-GB" sz="2400" dirty="0">
                <a:solidFill>
                  <a:srgbClr val="FF0000"/>
                </a:solidFill>
              </a:rPr>
              <a:t>What should you do now?</a:t>
            </a:r>
          </a:p>
        </p:txBody>
      </p:sp>
    </p:spTree>
    <p:extLst>
      <p:ext uri="{BB962C8B-B14F-4D97-AF65-F5344CB8AC3E}">
        <p14:creationId xmlns:p14="http://schemas.microsoft.com/office/powerpoint/2010/main" val="133134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BB137-285D-558E-34F5-A20CC6CF5686}"/>
              </a:ext>
            </a:extLst>
          </p:cNvPr>
          <p:cNvSpPr>
            <a:spLocks noGrp="1"/>
          </p:cNvSpPr>
          <p:nvPr>
            <p:ph type="title"/>
          </p:nvPr>
        </p:nvSpPr>
        <p:spPr>
          <a:xfrm>
            <a:off x="838200" y="120854"/>
            <a:ext cx="10515600" cy="1116811"/>
          </a:xfrm>
        </p:spPr>
        <p:txBody>
          <a:bodyPr>
            <a:normAutofit/>
          </a:bodyPr>
          <a:lstStyle/>
          <a:p>
            <a:r>
              <a:rPr lang="en-GB" dirty="0"/>
              <a:t>What happened after Jesus?</a:t>
            </a:r>
          </a:p>
        </p:txBody>
      </p:sp>
      <p:sp>
        <p:nvSpPr>
          <p:cNvPr id="3" name="Content Placeholder 2">
            <a:extLst>
              <a:ext uri="{FF2B5EF4-FFF2-40B4-BE49-F238E27FC236}">
                <a16:creationId xmlns:a16="http://schemas.microsoft.com/office/drawing/2014/main" id="{B9CD228A-0310-68E2-164F-EB23EE1B99A5}"/>
              </a:ext>
            </a:extLst>
          </p:cNvPr>
          <p:cNvSpPr>
            <a:spLocks noGrp="1"/>
          </p:cNvSpPr>
          <p:nvPr>
            <p:ph idx="1"/>
          </p:nvPr>
        </p:nvSpPr>
        <p:spPr>
          <a:xfrm>
            <a:off x="838200" y="1471572"/>
            <a:ext cx="10515600" cy="4826030"/>
          </a:xfrm>
        </p:spPr>
        <p:txBody>
          <a:bodyPr>
            <a:normAutofit/>
          </a:bodyPr>
          <a:lstStyle/>
          <a:p>
            <a:r>
              <a:rPr lang="en-US" sz="2400" dirty="0"/>
              <a:t>After Jesus’ crucifixion, </a:t>
            </a:r>
            <a:r>
              <a:rPr lang="en-US" sz="2400" b="1" dirty="0"/>
              <a:t>James</a:t>
            </a:r>
            <a:r>
              <a:rPr lang="en-US" sz="2400" dirty="0"/>
              <a:t> (the brother of Jesus) and </a:t>
            </a:r>
            <a:r>
              <a:rPr lang="en-US" sz="2400" b="1" dirty="0"/>
              <a:t>Peter</a:t>
            </a:r>
            <a:r>
              <a:rPr lang="en-US" sz="2400" dirty="0"/>
              <a:t> became the </a:t>
            </a:r>
            <a:r>
              <a:rPr lang="en-US" sz="2400" b="1" dirty="0"/>
              <a:t>leaders</a:t>
            </a:r>
            <a:r>
              <a:rPr lang="en-US" sz="2400" dirty="0"/>
              <a:t> of the Christian community in Jerusalem</a:t>
            </a:r>
          </a:p>
          <a:p>
            <a:r>
              <a:rPr lang="en-US" sz="2400" dirty="0"/>
              <a:t>They remained </a:t>
            </a:r>
            <a:r>
              <a:rPr lang="en-US" sz="2400" b="1" dirty="0"/>
              <a:t>devout Jews </a:t>
            </a:r>
            <a:r>
              <a:rPr lang="en-US" sz="2400" dirty="0"/>
              <a:t>(attending Temple, obeying dietary laws etc.) </a:t>
            </a:r>
            <a:endParaRPr lang="en-GB" sz="2400" dirty="0"/>
          </a:p>
          <a:p>
            <a:r>
              <a:rPr lang="en-US" sz="2400" dirty="0"/>
              <a:t>They preached and converted many Jews, and apparently Gentiles, to the Jesus movement.</a:t>
            </a:r>
            <a:endParaRPr lang="en-US" sz="2000" dirty="0"/>
          </a:p>
        </p:txBody>
      </p:sp>
      <p:pic>
        <p:nvPicPr>
          <p:cNvPr id="5" name="Picture 2" descr="SAINT PETER">
            <a:extLst>
              <a:ext uri="{FF2B5EF4-FFF2-40B4-BE49-F238E27FC236}">
                <a16:creationId xmlns:a16="http://schemas.microsoft.com/office/drawing/2014/main" id="{895597D0-9B7C-3CB5-2173-1E8416CFFC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761" r="23261" b="-1"/>
          <a:stretch/>
        </p:blipFill>
        <p:spPr bwMode="auto">
          <a:xfrm>
            <a:off x="299106" y="4219600"/>
            <a:ext cx="2013561" cy="1888433"/>
          </a:xfrm>
          <a:custGeom>
            <a:avLst/>
            <a:gdLst/>
            <a:ahLst/>
            <a:cxnLst/>
            <a:rect l="l" t="t" r="r" b="b"/>
            <a:pathLst>
              <a:path w="3761812" h="3528043">
                <a:moveTo>
                  <a:pt x="1880906" y="0"/>
                </a:moveTo>
                <a:cubicBezTo>
                  <a:pt x="2919702" y="0"/>
                  <a:pt x="3761812" y="842110"/>
                  <a:pt x="3761812" y="1880906"/>
                </a:cubicBezTo>
                <a:lnTo>
                  <a:pt x="3761812" y="3528043"/>
                </a:lnTo>
                <a:lnTo>
                  <a:pt x="0" y="3528043"/>
                </a:lnTo>
                <a:lnTo>
                  <a:pt x="0" y="1880906"/>
                </a:lnTo>
                <a:cubicBezTo>
                  <a:pt x="0" y="842110"/>
                  <a:pt x="842110" y="0"/>
                  <a:pt x="1880906" y="0"/>
                </a:cubicBezTo>
                <a:close/>
              </a:path>
            </a:pathLst>
          </a:cu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597A492-BD16-79F5-6EBB-1271DDC482D3}"/>
              </a:ext>
            </a:extLst>
          </p:cNvPr>
          <p:cNvSpPr txBox="1">
            <a:spLocks/>
          </p:cNvSpPr>
          <p:nvPr/>
        </p:nvSpPr>
        <p:spPr>
          <a:xfrm>
            <a:off x="2534478" y="3735659"/>
            <a:ext cx="9041133" cy="2893740"/>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2400" b="1" dirty="0"/>
              <a:t>Where have we heard about Peter before?</a:t>
            </a:r>
          </a:p>
          <a:p>
            <a:pPr>
              <a:lnSpc>
                <a:spcPct val="100000"/>
              </a:lnSpc>
            </a:pPr>
            <a:r>
              <a:rPr lang="en-GB" sz="2400" dirty="0"/>
              <a:t>Simon – renamed Peter as </a:t>
            </a:r>
            <a:r>
              <a:rPr lang="en-GB" sz="2400" i="1" dirty="0"/>
              <a:t>Petros (Cephas) </a:t>
            </a:r>
            <a:r>
              <a:rPr lang="en-GB" sz="2400" dirty="0"/>
              <a:t>meant ‘rock’</a:t>
            </a:r>
          </a:p>
          <a:p>
            <a:pPr>
              <a:lnSpc>
                <a:spcPct val="100000"/>
              </a:lnSpc>
            </a:pPr>
            <a:r>
              <a:rPr lang="en-GB" sz="2400" dirty="0"/>
              <a:t>Fisherman and brother of Andrew</a:t>
            </a:r>
          </a:p>
          <a:p>
            <a:pPr>
              <a:lnSpc>
                <a:spcPct val="100000"/>
              </a:lnSpc>
            </a:pPr>
            <a:r>
              <a:rPr lang="en-GB" sz="2400" dirty="0"/>
              <a:t>One of Jesus’ closest friends and disciples</a:t>
            </a:r>
          </a:p>
          <a:p>
            <a:pPr>
              <a:lnSpc>
                <a:spcPct val="100000"/>
              </a:lnSpc>
            </a:pPr>
            <a:r>
              <a:rPr lang="en-GB" sz="2400" dirty="0"/>
              <a:t>Initially denied knowing Jesus and abandoned him immediately after his arrest</a:t>
            </a:r>
          </a:p>
        </p:txBody>
      </p:sp>
    </p:spTree>
    <p:extLst>
      <p:ext uri="{BB962C8B-B14F-4D97-AF65-F5344CB8AC3E}">
        <p14:creationId xmlns:p14="http://schemas.microsoft.com/office/powerpoint/2010/main" val="95545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animEffect transition="in" filter="fade">
                                      <p:cBhvr>
                                        <p:cTn id="35" dur="1000"/>
                                        <p:tgtEl>
                                          <p:spTgt spid="7">
                                            <p:txEl>
                                              <p:pRg st="1" end="1"/>
                                            </p:txEl>
                                          </p:spTgt>
                                        </p:tgtEl>
                                      </p:cBhvr>
                                    </p:animEffect>
                                    <p:anim calcmode="lin" valueType="num">
                                      <p:cBhvr>
                                        <p:cTn id="36"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fade">
                                      <p:cBhvr>
                                        <p:cTn id="42" dur="1000"/>
                                        <p:tgtEl>
                                          <p:spTgt spid="7">
                                            <p:txEl>
                                              <p:pRg st="2" end="2"/>
                                            </p:txEl>
                                          </p:spTgt>
                                        </p:tgtEl>
                                      </p:cBhvr>
                                    </p:animEffect>
                                    <p:anim calcmode="lin" valueType="num">
                                      <p:cBhvr>
                                        <p:cTn id="4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3" end="3"/>
                                            </p:txEl>
                                          </p:spTgt>
                                        </p:tgtEl>
                                        <p:attrNameLst>
                                          <p:attrName>style.visibility</p:attrName>
                                        </p:attrNameLst>
                                      </p:cBhvr>
                                      <p:to>
                                        <p:strVal val="visible"/>
                                      </p:to>
                                    </p:set>
                                    <p:animEffect transition="in" filter="fade">
                                      <p:cBhvr>
                                        <p:cTn id="49" dur="1000"/>
                                        <p:tgtEl>
                                          <p:spTgt spid="7">
                                            <p:txEl>
                                              <p:pRg st="3" end="3"/>
                                            </p:txEl>
                                          </p:spTgt>
                                        </p:tgtEl>
                                      </p:cBhvr>
                                    </p:animEffect>
                                    <p:anim calcmode="lin" valueType="num">
                                      <p:cBhvr>
                                        <p:cTn id="5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4" end="4"/>
                                            </p:txEl>
                                          </p:spTgt>
                                        </p:tgtEl>
                                        <p:attrNameLst>
                                          <p:attrName>style.visibility</p:attrName>
                                        </p:attrNameLst>
                                      </p:cBhvr>
                                      <p:to>
                                        <p:strVal val="visible"/>
                                      </p:to>
                                    </p:set>
                                    <p:animEffect transition="in" filter="fade">
                                      <p:cBhvr>
                                        <p:cTn id="56" dur="1000"/>
                                        <p:tgtEl>
                                          <p:spTgt spid="7">
                                            <p:txEl>
                                              <p:pRg st="4" end="4"/>
                                            </p:txEl>
                                          </p:spTgt>
                                        </p:tgtEl>
                                      </p:cBhvr>
                                    </p:animEffect>
                                    <p:anim calcmode="lin" valueType="num">
                                      <p:cBhvr>
                                        <p:cTn id="57"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D4B61-918B-90D1-583A-1EF101B9DDCC}"/>
              </a:ext>
            </a:extLst>
          </p:cNvPr>
          <p:cNvSpPr>
            <a:spLocks noGrp="1"/>
          </p:cNvSpPr>
          <p:nvPr>
            <p:ph type="title"/>
          </p:nvPr>
        </p:nvSpPr>
        <p:spPr>
          <a:xfrm>
            <a:off x="838200" y="172528"/>
            <a:ext cx="10515600" cy="1116811"/>
          </a:xfrm>
        </p:spPr>
        <p:txBody>
          <a:bodyPr/>
          <a:lstStyle/>
          <a:p>
            <a:r>
              <a:rPr lang="en-GB" dirty="0"/>
              <a:t>Identity crisis</a:t>
            </a:r>
          </a:p>
        </p:txBody>
      </p:sp>
      <p:sp>
        <p:nvSpPr>
          <p:cNvPr id="3" name="Content Placeholder 2">
            <a:extLst>
              <a:ext uri="{FF2B5EF4-FFF2-40B4-BE49-F238E27FC236}">
                <a16:creationId xmlns:a16="http://schemas.microsoft.com/office/drawing/2014/main" id="{349FD405-D452-57CF-C242-7D3962B81D6A}"/>
              </a:ext>
            </a:extLst>
          </p:cNvPr>
          <p:cNvSpPr>
            <a:spLocks noGrp="1"/>
          </p:cNvSpPr>
          <p:nvPr>
            <p:ph idx="1"/>
          </p:nvPr>
        </p:nvSpPr>
        <p:spPr>
          <a:xfrm>
            <a:off x="838200" y="1570008"/>
            <a:ext cx="10515600" cy="5193101"/>
          </a:xfrm>
        </p:spPr>
        <p:txBody>
          <a:bodyPr>
            <a:normAutofit/>
          </a:bodyPr>
          <a:lstStyle/>
          <a:p>
            <a:r>
              <a:rPr lang="en-GB" sz="2400" dirty="0"/>
              <a:t>The Jews referred to the group as ‘</a:t>
            </a:r>
            <a:r>
              <a:rPr lang="en-GB" sz="2400" b="1" dirty="0"/>
              <a:t>Nazarenes</a:t>
            </a:r>
            <a:r>
              <a:rPr lang="en-GB" sz="2400" dirty="0"/>
              <a:t>’, the Romans as ‘</a:t>
            </a:r>
            <a:r>
              <a:rPr lang="en-GB" sz="2400" b="1" dirty="0"/>
              <a:t>Christians</a:t>
            </a:r>
            <a:r>
              <a:rPr lang="en-GB" sz="2400" dirty="0"/>
              <a:t>’ – the early followers appear to have referred to their movement as ‘</a:t>
            </a:r>
            <a:r>
              <a:rPr lang="en-GB" sz="2400" b="1" dirty="0"/>
              <a:t>The Way</a:t>
            </a:r>
            <a:r>
              <a:rPr lang="en-GB" sz="2400" dirty="0"/>
              <a:t>’</a:t>
            </a:r>
          </a:p>
          <a:p>
            <a:r>
              <a:rPr lang="en-GB" sz="2400" i="0" dirty="0"/>
              <a:t>As the movement grew, and more converted, the leaders faced a difficult question – what were the </a:t>
            </a:r>
            <a:r>
              <a:rPr lang="en-GB" sz="2400" b="1" i="0" dirty="0"/>
              <a:t>expectations</a:t>
            </a:r>
            <a:r>
              <a:rPr lang="en-GB" sz="2400" i="0" dirty="0"/>
              <a:t> of non-Jews (Gentiles) joining ‘The Way’?</a:t>
            </a:r>
          </a:p>
          <a:p>
            <a:pPr lvl="1"/>
            <a:r>
              <a:rPr lang="en-GB" sz="2000" b="1" i="0" dirty="0">
                <a:solidFill>
                  <a:schemeClr val="accent6">
                    <a:lumMod val="75000"/>
                  </a:schemeClr>
                </a:solidFill>
              </a:rPr>
              <a:t>Did they need to strictly abide by the Mosaic law?</a:t>
            </a:r>
          </a:p>
          <a:p>
            <a:pPr lvl="1"/>
            <a:r>
              <a:rPr lang="en-GB" sz="2000" b="1" i="0" dirty="0">
                <a:solidFill>
                  <a:schemeClr val="accent6">
                    <a:lumMod val="75000"/>
                  </a:schemeClr>
                </a:solidFill>
              </a:rPr>
              <a:t>Did they have to be circumcised?</a:t>
            </a:r>
          </a:p>
          <a:p>
            <a:pPr lvl="1"/>
            <a:r>
              <a:rPr lang="en-GB" sz="2000" b="1" i="0" dirty="0">
                <a:solidFill>
                  <a:schemeClr val="accent6">
                    <a:lumMod val="75000"/>
                  </a:schemeClr>
                </a:solidFill>
              </a:rPr>
              <a:t>Did they need to follow the dietary laws?</a:t>
            </a:r>
          </a:p>
          <a:p>
            <a:r>
              <a:rPr lang="en-GB" sz="2400" dirty="0"/>
              <a:t>Many of the movement worried about admitting too many Gentiles: the pagan world was known for being </a:t>
            </a:r>
            <a:r>
              <a:rPr lang="en-GB" sz="2400" b="1" dirty="0"/>
              <a:t>depraved </a:t>
            </a:r>
            <a:r>
              <a:rPr lang="en-GB" sz="2400" dirty="0"/>
              <a:t>and impure</a:t>
            </a:r>
          </a:p>
          <a:p>
            <a:pPr lvl="1"/>
            <a:r>
              <a:rPr lang="en-GB" sz="2000" i="0" dirty="0"/>
              <a:t>In fact, Jews were not even permitted to eat with pagans</a:t>
            </a:r>
          </a:p>
          <a:p>
            <a:r>
              <a:rPr lang="en-GB" sz="2400" dirty="0">
                <a:solidFill>
                  <a:srgbClr val="FF0000"/>
                </a:solidFill>
              </a:rPr>
              <a:t>Had Jesus been there, what do you think he would have said?</a:t>
            </a:r>
          </a:p>
        </p:txBody>
      </p:sp>
      <p:pic>
        <p:nvPicPr>
          <p:cNvPr id="5122" name="Picture 2" descr="James, brother of Jesus - Wikipedia">
            <a:extLst>
              <a:ext uri="{FF2B5EF4-FFF2-40B4-BE49-F238E27FC236}">
                <a16:creationId xmlns:a16="http://schemas.microsoft.com/office/drawing/2014/main" id="{DBFF397F-6F76-30D3-D8BD-32CC649DE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8937" y="94891"/>
            <a:ext cx="1076505" cy="1516893"/>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95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F50B5-6AD5-95E1-44BA-A22C7415F08D}"/>
              </a:ext>
            </a:extLst>
          </p:cNvPr>
          <p:cNvSpPr>
            <a:spLocks noGrp="1"/>
          </p:cNvSpPr>
          <p:nvPr>
            <p:ph type="title"/>
          </p:nvPr>
        </p:nvSpPr>
        <p:spPr/>
        <p:txBody>
          <a:bodyPr/>
          <a:lstStyle/>
          <a:p>
            <a:r>
              <a:rPr lang="en-GB" dirty="0"/>
              <a:t>Peter and Cornelius</a:t>
            </a:r>
          </a:p>
        </p:txBody>
      </p:sp>
      <p:sp>
        <p:nvSpPr>
          <p:cNvPr id="3" name="Content Placeholder 2">
            <a:extLst>
              <a:ext uri="{FF2B5EF4-FFF2-40B4-BE49-F238E27FC236}">
                <a16:creationId xmlns:a16="http://schemas.microsoft.com/office/drawing/2014/main" id="{BAD89E57-0DB9-1A89-1EBB-FA982207BD60}"/>
              </a:ext>
            </a:extLst>
          </p:cNvPr>
          <p:cNvSpPr>
            <a:spLocks noGrp="1"/>
          </p:cNvSpPr>
          <p:nvPr>
            <p:ph idx="1"/>
          </p:nvPr>
        </p:nvSpPr>
        <p:spPr>
          <a:xfrm>
            <a:off x="838200" y="2061469"/>
            <a:ext cx="7134922" cy="4114801"/>
          </a:xfrm>
        </p:spPr>
        <p:txBody>
          <a:bodyPr>
            <a:normAutofit/>
          </a:bodyPr>
          <a:lstStyle/>
          <a:p>
            <a:r>
              <a:rPr lang="en-GB" sz="2400" dirty="0"/>
              <a:t>Let’s read Acts chapter 10 on biblegateway.com</a:t>
            </a:r>
          </a:p>
          <a:p>
            <a:endParaRPr lang="en-GB" sz="2400" dirty="0"/>
          </a:p>
          <a:p>
            <a:pPr marL="457200" indent="-457200">
              <a:buFont typeface="+mj-lt"/>
              <a:buAutoNum type="arabicPeriod"/>
            </a:pPr>
            <a:r>
              <a:rPr lang="en-GB" sz="2400" dirty="0">
                <a:solidFill>
                  <a:srgbClr val="FF0000"/>
                </a:solidFill>
              </a:rPr>
              <a:t>Outline briefly what happens.</a:t>
            </a:r>
          </a:p>
          <a:p>
            <a:pPr marL="457200" indent="-457200">
              <a:buFont typeface="+mj-lt"/>
              <a:buAutoNum type="arabicPeriod"/>
            </a:pPr>
            <a:r>
              <a:rPr lang="en-GB" sz="2400" dirty="0">
                <a:solidFill>
                  <a:srgbClr val="FF0000"/>
                </a:solidFill>
              </a:rPr>
              <a:t>How does this resolve matters? </a:t>
            </a:r>
          </a:p>
          <a:p>
            <a:pPr marL="457200" indent="-457200">
              <a:buFont typeface="+mj-lt"/>
              <a:buAutoNum type="arabicPeriod"/>
            </a:pPr>
            <a:r>
              <a:rPr lang="en-GB" sz="2400" dirty="0">
                <a:solidFill>
                  <a:srgbClr val="FF0000"/>
                </a:solidFill>
              </a:rPr>
              <a:t>What lesson do you think that modern day Christians (and those of all faiths and none too) could learn from this story?</a:t>
            </a:r>
          </a:p>
          <a:p>
            <a:pPr marL="457200" indent="-457200">
              <a:buFont typeface="+mj-lt"/>
              <a:buAutoNum type="arabicPeriod"/>
            </a:pPr>
            <a:endParaRPr lang="en-GB" sz="2400" dirty="0"/>
          </a:p>
        </p:txBody>
      </p:sp>
      <p:pic>
        <p:nvPicPr>
          <p:cNvPr id="1026" name="Picture 2" descr="Monday: At Cornelius's House | Sabbath School Net">
            <a:extLst>
              <a:ext uri="{FF2B5EF4-FFF2-40B4-BE49-F238E27FC236}">
                <a16:creationId xmlns:a16="http://schemas.microsoft.com/office/drawing/2014/main" id="{60A4A69F-57C6-6C7C-8557-754F5FB394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1050" y="2213869"/>
            <a:ext cx="295275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670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DF6879D-715B-41D8-96EA-FECCA0789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AC8BF0-A527-4687-BB3F-1EDD7B144E05}"/>
              </a:ext>
            </a:extLst>
          </p:cNvPr>
          <p:cNvSpPr>
            <a:spLocks noGrp="1"/>
          </p:cNvSpPr>
          <p:nvPr>
            <p:ph type="title"/>
          </p:nvPr>
        </p:nvSpPr>
        <p:spPr>
          <a:xfrm>
            <a:off x="5583720" y="681040"/>
            <a:ext cx="5770080" cy="785452"/>
          </a:xfrm>
        </p:spPr>
        <p:txBody>
          <a:bodyPr vert="horz" lIns="91440" tIns="45720" rIns="91440" bIns="45720" rtlCol="0" anchor="b">
            <a:normAutofit/>
          </a:bodyPr>
          <a:lstStyle/>
          <a:p>
            <a:r>
              <a:rPr lang="en-US" dirty="0"/>
              <a:t>St Paul</a:t>
            </a:r>
          </a:p>
        </p:txBody>
      </p:sp>
      <p:pic>
        <p:nvPicPr>
          <p:cNvPr id="2050" name="Picture 2" descr="paul-apostle - Bathtub Bulletin">
            <a:extLst>
              <a:ext uri="{FF2B5EF4-FFF2-40B4-BE49-F238E27FC236}">
                <a16:creationId xmlns:a16="http://schemas.microsoft.com/office/drawing/2014/main" id="{77DEDA1C-D71A-4F51-A22B-7B2A6AE419D6}"/>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r="4643" b="-3"/>
          <a:stretch/>
        </p:blipFill>
        <p:spPr bwMode="auto">
          <a:xfrm>
            <a:off x="838201" y="777255"/>
            <a:ext cx="3074384" cy="5242544"/>
          </a:xfrm>
          <a:custGeom>
            <a:avLst/>
            <a:gdLst/>
            <a:ahLst/>
            <a:cxnLst/>
            <a:rect l="l" t="t" r="r" b="b"/>
            <a:pathLst>
              <a:path w="3074384" h="5242544">
                <a:moveTo>
                  <a:pt x="1538017" y="0"/>
                </a:moveTo>
                <a:cubicBezTo>
                  <a:pt x="2386529" y="0"/>
                  <a:pt x="3074384" y="687856"/>
                  <a:pt x="3074384" y="1536369"/>
                </a:cubicBezTo>
                <a:lnTo>
                  <a:pt x="3074382" y="2196551"/>
                </a:lnTo>
                <a:cubicBezTo>
                  <a:pt x="3074383" y="2196560"/>
                  <a:pt x="3074383" y="2196568"/>
                  <a:pt x="3074384" y="2196577"/>
                </a:cubicBezTo>
                <a:lnTo>
                  <a:pt x="3074380" y="4128973"/>
                </a:lnTo>
                <a:lnTo>
                  <a:pt x="3074384" y="4128973"/>
                </a:lnTo>
                <a:lnTo>
                  <a:pt x="3074384" y="5242544"/>
                </a:lnTo>
                <a:lnTo>
                  <a:pt x="0" y="5242544"/>
                </a:lnTo>
                <a:lnTo>
                  <a:pt x="0" y="4128973"/>
                </a:lnTo>
                <a:lnTo>
                  <a:pt x="1646" y="4128973"/>
                </a:lnTo>
                <a:lnTo>
                  <a:pt x="1647" y="1536369"/>
                </a:lnTo>
                <a:cubicBezTo>
                  <a:pt x="1647" y="687856"/>
                  <a:pt x="689503" y="0"/>
                  <a:pt x="1538017" y="0"/>
                </a:cubicBezTo>
                <a:close/>
              </a:path>
            </a:pathLst>
          </a:custGeom>
          <a:noFill/>
          <a:extLst>
            <a:ext uri="{909E8E84-426E-40DD-AFC4-6F175D3DCCD1}">
              <a14:hiddenFill xmlns:a14="http://schemas.microsoft.com/office/drawing/2010/main">
                <a:solidFill>
                  <a:srgbClr val="FFFFFF"/>
                </a:solidFill>
              </a14:hiddenFill>
            </a:ext>
          </a:extLst>
        </p:spPr>
      </p:pic>
      <p:cxnSp>
        <p:nvCxnSpPr>
          <p:cNvPr id="2057" name="Straight Connector 2056">
            <a:extLst>
              <a:ext uri="{FF2B5EF4-FFF2-40B4-BE49-F238E27FC236}">
                <a16:creationId xmlns:a16="http://schemas.microsoft.com/office/drawing/2014/main" id="{7882FDDB-12BA-4531-A762-4803DABD6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C5CD181-6619-449A-8985-7AE920303084}"/>
              </a:ext>
            </a:extLst>
          </p:cNvPr>
          <p:cNvSpPr>
            <a:spLocks noGrp="1"/>
          </p:cNvSpPr>
          <p:nvPr>
            <p:ph sz="half" idx="1"/>
          </p:nvPr>
        </p:nvSpPr>
        <p:spPr>
          <a:xfrm>
            <a:off x="5583720" y="1587260"/>
            <a:ext cx="5941171" cy="4589702"/>
          </a:xfrm>
        </p:spPr>
        <p:txBody>
          <a:bodyPr vert="horz" lIns="91440" tIns="45720" rIns="91440" bIns="45720" rtlCol="0">
            <a:normAutofit/>
          </a:bodyPr>
          <a:lstStyle/>
          <a:p>
            <a:pPr>
              <a:lnSpc>
                <a:spcPct val="100000"/>
              </a:lnSpc>
            </a:pPr>
            <a:r>
              <a:rPr lang="en-US" sz="2800" dirty="0"/>
              <a:t>Paul (Saul) was born in Tarsus, Turkey c. 4 BC – 4 AD</a:t>
            </a:r>
          </a:p>
          <a:p>
            <a:pPr>
              <a:lnSpc>
                <a:spcPct val="100000"/>
              </a:lnSpc>
            </a:pPr>
            <a:r>
              <a:rPr lang="en-US" sz="2800" dirty="0"/>
              <a:t>Jewish Roman citizen</a:t>
            </a:r>
          </a:p>
          <a:p>
            <a:pPr>
              <a:lnSpc>
                <a:spcPct val="100000"/>
              </a:lnSpc>
            </a:pPr>
            <a:r>
              <a:rPr lang="en-US" sz="2800" dirty="0"/>
              <a:t>Fervently persecuted Christians</a:t>
            </a:r>
          </a:p>
          <a:p>
            <a:pPr>
              <a:lnSpc>
                <a:spcPct val="100000"/>
              </a:lnSpc>
            </a:pPr>
            <a:r>
              <a:rPr lang="en-US" sz="2800" dirty="0"/>
              <a:t>c. 35/36 AD ‘Road to Damascus’ vision leads to his acceptance of Christ</a:t>
            </a:r>
          </a:p>
          <a:p>
            <a:pPr>
              <a:lnSpc>
                <a:spcPct val="100000"/>
              </a:lnSpc>
            </a:pPr>
            <a:r>
              <a:rPr lang="en-US" sz="2800" dirty="0"/>
              <a:t>Over 20-year period travelled west from Syria to Greece spreading Gospel</a:t>
            </a:r>
          </a:p>
        </p:txBody>
      </p:sp>
      <p:pic>
        <p:nvPicPr>
          <p:cNvPr id="2052" name="Picture 4" descr="St Paul's Girls' School | London">
            <a:extLst>
              <a:ext uri="{FF2B5EF4-FFF2-40B4-BE49-F238E27FC236}">
                <a16:creationId xmlns:a16="http://schemas.microsoft.com/office/drawing/2014/main" id="{F860C799-9F02-C93E-5CB1-322090D1F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152414">
            <a:off x="2791106" y="2508346"/>
            <a:ext cx="368862" cy="488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83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Paul's Missionary Journeys: Acts 13-20">
            <a:hlinkClick r:id="" action="ppaction://media"/>
            <a:extLst>
              <a:ext uri="{FF2B5EF4-FFF2-40B4-BE49-F238E27FC236}">
                <a16:creationId xmlns:a16="http://schemas.microsoft.com/office/drawing/2014/main" id="{108D09CA-7D0B-F6EE-8928-67C2F913B798}"/>
              </a:ext>
            </a:extLst>
          </p:cNvPr>
          <p:cNvPicPr>
            <a:picLocks noRot="1" noChangeAspect="1"/>
          </p:cNvPicPr>
          <p:nvPr>
            <a:videoFile r:link="rId1"/>
          </p:nvPr>
        </p:nvPicPr>
        <p:blipFill>
          <a:blip r:embed="rId3"/>
          <a:stretch>
            <a:fillRect/>
          </a:stretch>
        </p:blipFill>
        <p:spPr>
          <a:xfrm>
            <a:off x="1016000" y="558800"/>
            <a:ext cx="10160000" cy="5740400"/>
          </a:xfrm>
          <a:prstGeom prst="rect">
            <a:avLst/>
          </a:prstGeom>
        </p:spPr>
      </p:pic>
      <p:sp>
        <p:nvSpPr>
          <p:cNvPr id="3" name="TextBox 2">
            <a:extLst>
              <a:ext uri="{FF2B5EF4-FFF2-40B4-BE49-F238E27FC236}">
                <a16:creationId xmlns:a16="http://schemas.microsoft.com/office/drawing/2014/main" id="{D5FBDE15-3FD1-6B5B-F57C-D49088EB7EED}"/>
              </a:ext>
            </a:extLst>
          </p:cNvPr>
          <p:cNvSpPr txBox="1"/>
          <p:nvPr/>
        </p:nvSpPr>
        <p:spPr>
          <a:xfrm>
            <a:off x="1397479" y="6299200"/>
            <a:ext cx="9394166" cy="461665"/>
          </a:xfrm>
          <a:prstGeom prst="rect">
            <a:avLst/>
          </a:prstGeom>
          <a:noFill/>
        </p:spPr>
        <p:txBody>
          <a:bodyPr wrap="square" rtlCol="0">
            <a:spAutoFit/>
          </a:bodyPr>
          <a:lstStyle/>
          <a:p>
            <a:pPr algn="ctr"/>
            <a:r>
              <a:rPr lang="en-GB" sz="2400" dirty="0">
                <a:solidFill>
                  <a:srgbClr val="FF0000"/>
                </a:solidFill>
                <a:latin typeface="Arial" panose="020B0604020202020204" pitchFamily="34" charset="0"/>
                <a:cs typeface="Arial" panose="020B0604020202020204" pitchFamily="34" charset="0"/>
              </a:rPr>
              <a:t>Write a bullet pointed summary of the story</a:t>
            </a:r>
          </a:p>
        </p:txBody>
      </p:sp>
    </p:spTree>
    <p:extLst>
      <p:ext uri="{BB962C8B-B14F-4D97-AF65-F5344CB8AC3E}">
        <p14:creationId xmlns:p14="http://schemas.microsoft.com/office/powerpoint/2010/main" val="407563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paul missionary journey">
            <a:extLst>
              <a:ext uri="{FF2B5EF4-FFF2-40B4-BE49-F238E27FC236}">
                <a16:creationId xmlns:a16="http://schemas.microsoft.com/office/drawing/2014/main" id="{6459F9F2-B6C6-490A-8925-B36913156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6062" y="0"/>
            <a:ext cx="915987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391CE77-7EA2-8FA8-17A9-F1DCEDA42FF3}"/>
              </a:ext>
            </a:extLst>
          </p:cNvPr>
          <p:cNvSpPr txBox="1"/>
          <p:nvPr/>
        </p:nvSpPr>
        <p:spPr>
          <a:xfrm>
            <a:off x="5007082" y="6004048"/>
            <a:ext cx="7184918" cy="853952"/>
          </a:xfrm>
          <a:prstGeom prst="rect">
            <a:avLst/>
          </a:prstGeom>
          <a:solidFill>
            <a:schemeClr val="bg2"/>
          </a:solidFill>
        </p:spPr>
        <p:txBody>
          <a:bodyPr wrap="square">
            <a:spAutoFit/>
          </a:bodyPr>
          <a:lstStyle/>
          <a:p>
            <a:pPr>
              <a:lnSpc>
                <a:spcPct val="107000"/>
              </a:lnSpc>
              <a:spcAft>
                <a:spcPts val="800"/>
              </a:spcAft>
              <a:buNone/>
            </a:pPr>
            <a:r>
              <a:rPr lang="en-GB" sz="2400" dirty="0">
                <a:solidFill>
                  <a:srgbClr val="FF0000"/>
                </a:solidFill>
                <a:effectLst/>
                <a:latin typeface="Arial" panose="020B0604020202020204" pitchFamily="34" charset="0"/>
                <a:ea typeface="Aptos" panose="020B0004020202020204" pitchFamily="34" charset="0"/>
                <a:cs typeface="Arial" panose="020B0604020202020204" pitchFamily="34" charset="0"/>
              </a:rPr>
              <a:t>What were some of the issues that Paul faced as a missionary according to his letters?</a:t>
            </a:r>
          </a:p>
        </p:txBody>
      </p:sp>
    </p:spTree>
    <p:extLst>
      <p:ext uri="{BB962C8B-B14F-4D97-AF65-F5344CB8AC3E}">
        <p14:creationId xmlns:p14="http://schemas.microsoft.com/office/powerpoint/2010/main" val="4226636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F19B9A-C508-47A9-AD29-9A3478DE55FA}"/>
              </a:ext>
            </a:extLst>
          </p:cNvPr>
          <p:cNvSpPr txBox="1"/>
          <p:nvPr/>
        </p:nvSpPr>
        <p:spPr>
          <a:xfrm>
            <a:off x="1109932" y="758720"/>
            <a:ext cx="9972136" cy="5016758"/>
          </a:xfrm>
          <a:prstGeom prst="rect">
            <a:avLst/>
          </a:prstGeom>
          <a:noFill/>
        </p:spPr>
        <p:txBody>
          <a:bodyPr wrap="square">
            <a:spAutoFit/>
          </a:bodyPr>
          <a:lstStyle/>
          <a:p>
            <a:pPr algn="l"/>
            <a:r>
              <a:rPr lang="en-US" sz="2000" b="1" i="0" baseline="30000" dirty="0">
                <a:solidFill>
                  <a:srgbClr val="000000"/>
                </a:solidFill>
                <a:effectLst/>
              </a:rPr>
              <a:t>16 </a:t>
            </a:r>
            <a:r>
              <a:rPr lang="en-US" sz="2000" b="0" i="0" dirty="0">
                <a:solidFill>
                  <a:srgbClr val="000000"/>
                </a:solidFill>
                <a:effectLst/>
              </a:rPr>
              <a:t>Once when we were going to the place of prayer, we were met by a </a:t>
            </a:r>
            <a:r>
              <a:rPr lang="en-US" sz="2000" b="1" i="0" dirty="0">
                <a:solidFill>
                  <a:srgbClr val="000000"/>
                </a:solidFill>
                <a:effectLst/>
              </a:rPr>
              <a:t>female slave </a:t>
            </a:r>
            <a:r>
              <a:rPr lang="en-US" sz="2000" b="0" i="0" dirty="0">
                <a:solidFill>
                  <a:srgbClr val="000000"/>
                </a:solidFill>
                <a:effectLst/>
              </a:rPr>
              <a:t>who had a spirit by which she predicted the future. She earned a great deal of money for her owners by </a:t>
            </a:r>
            <a:r>
              <a:rPr lang="en-US" sz="2000" b="1" i="0" dirty="0">
                <a:solidFill>
                  <a:srgbClr val="000000"/>
                </a:solidFill>
                <a:effectLst/>
              </a:rPr>
              <a:t>fortune-telling</a:t>
            </a:r>
            <a:r>
              <a:rPr lang="en-US" sz="2000" b="0" i="0" dirty="0">
                <a:solidFill>
                  <a:srgbClr val="000000"/>
                </a:solidFill>
                <a:effectLst/>
              </a:rPr>
              <a:t>. </a:t>
            </a:r>
            <a:r>
              <a:rPr lang="en-US" sz="2000" b="1" i="0" baseline="30000" dirty="0">
                <a:solidFill>
                  <a:srgbClr val="000000"/>
                </a:solidFill>
                <a:effectLst/>
              </a:rPr>
              <a:t>17 </a:t>
            </a:r>
            <a:r>
              <a:rPr lang="en-US" sz="2000" b="0" i="0" dirty="0">
                <a:solidFill>
                  <a:srgbClr val="000000"/>
                </a:solidFill>
                <a:effectLst/>
              </a:rPr>
              <a:t>She followed Paul and the rest of us, shouting, “These men are servants of the Most High God, who are telling you the way to be saved.” </a:t>
            </a:r>
            <a:r>
              <a:rPr lang="en-US" sz="2000" b="1" i="0" baseline="30000" dirty="0">
                <a:solidFill>
                  <a:srgbClr val="000000"/>
                </a:solidFill>
                <a:effectLst/>
              </a:rPr>
              <a:t>18 </a:t>
            </a:r>
            <a:r>
              <a:rPr lang="en-US" sz="2000" b="0" i="0" dirty="0">
                <a:solidFill>
                  <a:srgbClr val="000000"/>
                </a:solidFill>
                <a:effectLst/>
              </a:rPr>
              <a:t>She kept this up for many days. Finally Paul </a:t>
            </a:r>
            <a:r>
              <a:rPr lang="en-US" sz="2000" b="1" i="0" dirty="0">
                <a:solidFill>
                  <a:schemeClr val="accent6">
                    <a:lumMod val="75000"/>
                  </a:schemeClr>
                </a:solidFill>
                <a:effectLst/>
              </a:rPr>
              <a:t>became so annoyed </a:t>
            </a:r>
            <a:r>
              <a:rPr lang="en-US" sz="2000" b="0" i="0" dirty="0">
                <a:solidFill>
                  <a:srgbClr val="000000"/>
                </a:solidFill>
                <a:effectLst/>
              </a:rPr>
              <a:t>that he turned around and said to the spirit, “In the name of Jesus Christ I command you to come out of her!” At that moment the spirit left her.</a:t>
            </a:r>
          </a:p>
          <a:p>
            <a:pPr algn="l"/>
            <a:r>
              <a:rPr lang="en-US" sz="2000" b="1" i="0" baseline="30000" dirty="0">
                <a:solidFill>
                  <a:srgbClr val="000000"/>
                </a:solidFill>
                <a:effectLst/>
              </a:rPr>
              <a:t>19 </a:t>
            </a:r>
            <a:r>
              <a:rPr lang="en-US" sz="2000" b="0" i="0" dirty="0">
                <a:solidFill>
                  <a:srgbClr val="000000"/>
                </a:solidFill>
                <a:effectLst/>
              </a:rPr>
              <a:t>When her owners realized that their </a:t>
            </a:r>
            <a:r>
              <a:rPr lang="en-US" sz="2000" b="1" i="0" dirty="0">
                <a:solidFill>
                  <a:schemeClr val="accent6">
                    <a:lumMod val="75000"/>
                  </a:schemeClr>
                </a:solidFill>
                <a:effectLst/>
              </a:rPr>
              <a:t>hope of making money was gone</a:t>
            </a:r>
            <a:r>
              <a:rPr lang="en-US" sz="2000" b="0" i="0" dirty="0">
                <a:solidFill>
                  <a:srgbClr val="000000"/>
                </a:solidFill>
                <a:effectLst/>
              </a:rPr>
              <a:t>, they seized Paul and Silas and dragged them into the marketplace to face the authorities. </a:t>
            </a:r>
            <a:r>
              <a:rPr lang="en-US" sz="2000" b="1" i="0" baseline="30000" dirty="0">
                <a:solidFill>
                  <a:srgbClr val="000000"/>
                </a:solidFill>
                <a:effectLst/>
              </a:rPr>
              <a:t>20 </a:t>
            </a:r>
            <a:r>
              <a:rPr lang="en-US" sz="2000" b="0" i="0" dirty="0">
                <a:solidFill>
                  <a:srgbClr val="000000"/>
                </a:solidFill>
                <a:effectLst/>
              </a:rPr>
              <a:t>They brought them before the magistrates and said, “These men are Jews, and are throwing our city into an uproar </a:t>
            </a:r>
            <a:r>
              <a:rPr lang="en-US" sz="2000" b="1" i="0" baseline="30000" dirty="0">
                <a:solidFill>
                  <a:srgbClr val="000000"/>
                </a:solidFill>
                <a:effectLst/>
              </a:rPr>
              <a:t>21 </a:t>
            </a:r>
            <a:r>
              <a:rPr lang="en-US" sz="2000" b="0" i="0" dirty="0">
                <a:solidFill>
                  <a:srgbClr val="000000"/>
                </a:solidFill>
                <a:effectLst/>
              </a:rPr>
              <a:t>by advocating customs unlawful for us Romans to accept or practice.”</a:t>
            </a:r>
          </a:p>
          <a:p>
            <a:pPr algn="l"/>
            <a:r>
              <a:rPr lang="en-US" sz="2000" b="1" i="0" baseline="30000" dirty="0">
                <a:solidFill>
                  <a:srgbClr val="000000"/>
                </a:solidFill>
                <a:effectLst/>
              </a:rPr>
              <a:t>22 </a:t>
            </a:r>
            <a:r>
              <a:rPr lang="en-US" sz="2000" b="0" i="0" dirty="0">
                <a:solidFill>
                  <a:srgbClr val="000000"/>
                </a:solidFill>
                <a:effectLst/>
              </a:rPr>
              <a:t>The crowd joined in the </a:t>
            </a:r>
            <a:r>
              <a:rPr lang="en-US" sz="2000" b="1" i="0" dirty="0">
                <a:solidFill>
                  <a:srgbClr val="000000"/>
                </a:solidFill>
                <a:effectLst/>
              </a:rPr>
              <a:t>attack</a:t>
            </a:r>
            <a:r>
              <a:rPr lang="en-US" sz="2000" b="0" i="0" dirty="0">
                <a:solidFill>
                  <a:srgbClr val="000000"/>
                </a:solidFill>
                <a:effectLst/>
              </a:rPr>
              <a:t> against Paul and Silas, and the magistrates ordered them to be stripped and beaten with rods. </a:t>
            </a:r>
            <a:r>
              <a:rPr lang="en-US" sz="2000" b="1" i="0" baseline="30000" dirty="0">
                <a:solidFill>
                  <a:srgbClr val="000000"/>
                </a:solidFill>
                <a:effectLst/>
              </a:rPr>
              <a:t>23 </a:t>
            </a:r>
            <a:r>
              <a:rPr lang="en-US" sz="2000" b="0" i="0" dirty="0">
                <a:solidFill>
                  <a:srgbClr val="000000"/>
                </a:solidFill>
                <a:effectLst/>
              </a:rPr>
              <a:t>After they had been </a:t>
            </a:r>
            <a:r>
              <a:rPr lang="en-US" sz="2000" b="1" i="0" dirty="0">
                <a:solidFill>
                  <a:srgbClr val="000000"/>
                </a:solidFill>
                <a:effectLst/>
              </a:rPr>
              <a:t>severely flogged</a:t>
            </a:r>
            <a:r>
              <a:rPr lang="en-US" sz="2000" b="0" i="0" dirty="0">
                <a:solidFill>
                  <a:srgbClr val="000000"/>
                </a:solidFill>
                <a:effectLst/>
              </a:rPr>
              <a:t>, they were </a:t>
            </a:r>
            <a:r>
              <a:rPr lang="en-US" sz="2000" b="1" i="0" dirty="0">
                <a:solidFill>
                  <a:srgbClr val="000000"/>
                </a:solidFill>
                <a:effectLst/>
              </a:rPr>
              <a:t>thrown into prison</a:t>
            </a:r>
            <a:r>
              <a:rPr lang="en-US" sz="2000" b="0" i="0" dirty="0">
                <a:solidFill>
                  <a:srgbClr val="000000"/>
                </a:solidFill>
                <a:effectLst/>
              </a:rPr>
              <a:t>, and the jailer was commanded to guard them carefully. </a:t>
            </a:r>
            <a:r>
              <a:rPr lang="en-US" sz="2000" b="1" i="0" baseline="30000" dirty="0">
                <a:solidFill>
                  <a:srgbClr val="000000"/>
                </a:solidFill>
                <a:effectLst/>
              </a:rPr>
              <a:t>24 </a:t>
            </a:r>
            <a:r>
              <a:rPr lang="en-US" sz="2000" b="0" i="0" dirty="0">
                <a:solidFill>
                  <a:srgbClr val="000000"/>
                </a:solidFill>
                <a:effectLst/>
              </a:rPr>
              <a:t>When he received these orders, he put them in the inner cell and fastened their feet in the </a:t>
            </a:r>
            <a:r>
              <a:rPr lang="en-US" sz="2000" b="1" i="0" dirty="0">
                <a:solidFill>
                  <a:srgbClr val="000000"/>
                </a:solidFill>
                <a:effectLst/>
              </a:rPr>
              <a:t>stocks</a:t>
            </a:r>
            <a:r>
              <a:rPr lang="en-US" sz="2000" b="0" i="0" dirty="0">
                <a:solidFill>
                  <a:srgbClr val="000000"/>
                </a:solidFill>
                <a:effectLst/>
              </a:rPr>
              <a:t>.</a:t>
            </a:r>
          </a:p>
          <a:p>
            <a:pPr algn="l"/>
            <a:endParaRPr lang="en-US" sz="2000" dirty="0">
              <a:solidFill>
                <a:srgbClr val="000000"/>
              </a:solidFill>
            </a:endParaRPr>
          </a:p>
          <a:p>
            <a:pPr algn="l"/>
            <a:r>
              <a:rPr lang="en-US" sz="2000" b="1" i="0" dirty="0">
                <a:solidFill>
                  <a:srgbClr val="000000"/>
                </a:solidFill>
                <a:effectLst/>
              </a:rPr>
              <a:t>Acts 16:16-24</a:t>
            </a:r>
          </a:p>
        </p:txBody>
      </p:sp>
    </p:spTree>
    <p:extLst>
      <p:ext uri="{BB962C8B-B14F-4D97-AF65-F5344CB8AC3E}">
        <p14:creationId xmlns:p14="http://schemas.microsoft.com/office/powerpoint/2010/main" val="1535545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306824-0D0D-43EC-A221-50A040681516}"/>
              </a:ext>
            </a:extLst>
          </p:cNvPr>
          <p:cNvSpPr txBox="1"/>
          <p:nvPr/>
        </p:nvSpPr>
        <p:spPr>
          <a:xfrm>
            <a:off x="1023938" y="871061"/>
            <a:ext cx="6758526" cy="2246769"/>
          </a:xfrm>
          <a:prstGeom prst="rect">
            <a:avLst/>
          </a:prstGeom>
          <a:noFill/>
        </p:spPr>
        <p:txBody>
          <a:bodyPr wrap="square">
            <a:spAutoFit/>
          </a:bodyPr>
          <a:lstStyle/>
          <a:p>
            <a:r>
              <a:rPr lang="en-US" sz="2000" b="1" i="0" dirty="0">
                <a:solidFill>
                  <a:srgbClr val="000000"/>
                </a:solidFill>
                <a:effectLst/>
              </a:rPr>
              <a:t>2 </a:t>
            </a:r>
            <a:r>
              <a:rPr lang="en-US" sz="2000" b="0" i="0" dirty="0">
                <a:solidFill>
                  <a:srgbClr val="000000"/>
                </a:solidFill>
                <a:effectLst/>
              </a:rPr>
              <a:t>You know, brothers and sisters, that our visit to you was not without results. </a:t>
            </a:r>
            <a:r>
              <a:rPr lang="en-US" sz="2000" b="1" i="0" baseline="30000" dirty="0">
                <a:solidFill>
                  <a:srgbClr val="000000"/>
                </a:solidFill>
                <a:effectLst/>
              </a:rPr>
              <a:t>2 </a:t>
            </a:r>
            <a:r>
              <a:rPr lang="en-US" sz="2000" b="0" i="0" dirty="0">
                <a:solidFill>
                  <a:srgbClr val="000000"/>
                </a:solidFill>
                <a:effectLst/>
              </a:rPr>
              <a:t>We had previously suffered and </a:t>
            </a:r>
            <a:r>
              <a:rPr lang="en-US" sz="2000" b="1" i="0" dirty="0">
                <a:solidFill>
                  <a:srgbClr val="000000"/>
                </a:solidFill>
                <a:effectLst/>
              </a:rPr>
              <a:t>been treated outrageously</a:t>
            </a:r>
            <a:r>
              <a:rPr lang="en-US" sz="2000" b="0" i="0" dirty="0">
                <a:solidFill>
                  <a:srgbClr val="000000"/>
                </a:solidFill>
                <a:effectLst/>
              </a:rPr>
              <a:t> in Philippi, as you know, but with the help of our God we dared to tell you his gospel in the face of strong opposition</a:t>
            </a:r>
          </a:p>
          <a:p>
            <a:endParaRPr lang="en-US" sz="2000" dirty="0">
              <a:solidFill>
                <a:srgbClr val="000000"/>
              </a:solidFill>
            </a:endParaRPr>
          </a:p>
          <a:p>
            <a:r>
              <a:rPr lang="en-US" sz="2000" b="1" dirty="0">
                <a:solidFill>
                  <a:srgbClr val="000000"/>
                </a:solidFill>
              </a:rPr>
              <a:t>1 Thessalonians 2:1-2</a:t>
            </a:r>
            <a:endParaRPr lang="en-GB" sz="2000" b="1" dirty="0"/>
          </a:p>
        </p:txBody>
      </p:sp>
      <p:sp>
        <p:nvSpPr>
          <p:cNvPr id="5" name="TextBox 4">
            <a:extLst>
              <a:ext uri="{FF2B5EF4-FFF2-40B4-BE49-F238E27FC236}">
                <a16:creationId xmlns:a16="http://schemas.microsoft.com/office/drawing/2014/main" id="{11807CD6-231C-48D6-8994-D47A0C3B280D}"/>
              </a:ext>
            </a:extLst>
          </p:cNvPr>
          <p:cNvSpPr txBox="1"/>
          <p:nvPr/>
        </p:nvSpPr>
        <p:spPr>
          <a:xfrm>
            <a:off x="4757738" y="2435215"/>
            <a:ext cx="6758526" cy="4093428"/>
          </a:xfrm>
          <a:prstGeom prst="rect">
            <a:avLst/>
          </a:prstGeom>
          <a:noFill/>
        </p:spPr>
        <p:txBody>
          <a:bodyPr wrap="square">
            <a:spAutoFit/>
          </a:bodyPr>
          <a:lstStyle/>
          <a:p>
            <a:r>
              <a:rPr lang="en-US" sz="2000" b="1" i="0" baseline="30000" dirty="0">
                <a:solidFill>
                  <a:srgbClr val="000000"/>
                </a:solidFill>
                <a:effectLst/>
              </a:rPr>
              <a:t>9 </a:t>
            </a:r>
            <a:r>
              <a:rPr lang="en-US" sz="2000" b="0" i="0" dirty="0">
                <a:solidFill>
                  <a:srgbClr val="000000"/>
                </a:solidFill>
                <a:effectLst/>
              </a:rPr>
              <a:t>For it seems to me that God has put us apostles on display at the end of the procession, like those condemned to die in the arena. We have been made a spectacle to the whole universe, to angels as well as to human beings. </a:t>
            </a:r>
            <a:r>
              <a:rPr lang="en-US" sz="2000" b="1" i="0" baseline="30000" dirty="0">
                <a:solidFill>
                  <a:srgbClr val="000000"/>
                </a:solidFill>
                <a:effectLst/>
              </a:rPr>
              <a:t>10 </a:t>
            </a:r>
            <a:r>
              <a:rPr lang="en-US" sz="2000" b="0" i="0" dirty="0">
                <a:solidFill>
                  <a:srgbClr val="000000"/>
                </a:solidFill>
                <a:effectLst/>
              </a:rPr>
              <a:t>We are fools for Christ, but you are so wise in Christ! We are weak, but you are strong! You are honored, we are dishonored! </a:t>
            </a:r>
            <a:r>
              <a:rPr lang="en-US" sz="2000" b="1" i="0" baseline="30000" dirty="0">
                <a:solidFill>
                  <a:srgbClr val="000000"/>
                </a:solidFill>
                <a:effectLst/>
              </a:rPr>
              <a:t>11 </a:t>
            </a:r>
            <a:r>
              <a:rPr lang="en-US" sz="2000" b="0" i="0" dirty="0">
                <a:solidFill>
                  <a:srgbClr val="000000"/>
                </a:solidFill>
                <a:effectLst/>
              </a:rPr>
              <a:t>To this very hour </a:t>
            </a:r>
            <a:r>
              <a:rPr lang="en-US" sz="2000" b="1" i="0" dirty="0">
                <a:solidFill>
                  <a:srgbClr val="000000"/>
                </a:solidFill>
                <a:effectLst/>
              </a:rPr>
              <a:t>we go hungry and thirsty, we are in rags, we are brutally treated, we are homeless</a:t>
            </a:r>
            <a:r>
              <a:rPr lang="en-US" sz="2000" b="0" i="0" dirty="0">
                <a:solidFill>
                  <a:srgbClr val="000000"/>
                </a:solidFill>
                <a:effectLst/>
              </a:rPr>
              <a:t>. </a:t>
            </a:r>
            <a:r>
              <a:rPr lang="en-US" sz="2000" b="1" i="0" baseline="30000" dirty="0">
                <a:solidFill>
                  <a:srgbClr val="000000"/>
                </a:solidFill>
                <a:effectLst/>
              </a:rPr>
              <a:t>12 </a:t>
            </a:r>
            <a:r>
              <a:rPr lang="en-US" sz="2000" b="0" i="0" dirty="0">
                <a:solidFill>
                  <a:srgbClr val="000000"/>
                </a:solidFill>
                <a:effectLst/>
              </a:rPr>
              <a:t>We work hard with our own hands. When we are cursed, we bless; when we are persecuted, we endure it; </a:t>
            </a:r>
            <a:r>
              <a:rPr lang="en-US" sz="2000" b="1" i="0" baseline="30000" dirty="0">
                <a:solidFill>
                  <a:srgbClr val="000000"/>
                </a:solidFill>
                <a:effectLst/>
              </a:rPr>
              <a:t>13 </a:t>
            </a:r>
            <a:r>
              <a:rPr lang="en-US" sz="2000" b="0" i="0" dirty="0">
                <a:solidFill>
                  <a:srgbClr val="000000"/>
                </a:solidFill>
                <a:effectLst/>
              </a:rPr>
              <a:t>when we are slandered, we answer kindly. We have become the scum of the earth, the garbage of the world—right up to this moment.</a:t>
            </a:r>
          </a:p>
          <a:p>
            <a:endParaRPr lang="en-US" sz="2000" b="0" i="0" dirty="0">
              <a:solidFill>
                <a:srgbClr val="000000"/>
              </a:solidFill>
              <a:effectLst/>
            </a:endParaRPr>
          </a:p>
          <a:p>
            <a:r>
              <a:rPr lang="en-US" sz="2000" b="1" dirty="0">
                <a:solidFill>
                  <a:srgbClr val="000000"/>
                </a:solidFill>
              </a:rPr>
              <a:t>1 Corinthians 4:9-13</a:t>
            </a:r>
            <a:endParaRPr lang="en-GB" sz="2000" b="1" dirty="0"/>
          </a:p>
        </p:txBody>
      </p:sp>
      <p:sp>
        <p:nvSpPr>
          <p:cNvPr id="4" name="TextBox 3">
            <a:extLst>
              <a:ext uri="{FF2B5EF4-FFF2-40B4-BE49-F238E27FC236}">
                <a16:creationId xmlns:a16="http://schemas.microsoft.com/office/drawing/2014/main" id="{F50A486D-AE4D-B44E-9047-E31C26FDBC87}"/>
              </a:ext>
            </a:extLst>
          </p:cNvPr>
          <p:cNvSpPr txBox="1"/>
          <p:nvPr/>
        </p:nvSpPr>
        <p:spPr>
          <a:xfrm>
            <a:off x="1023938" y="3864959"/>
            <a:ext cx="2525383" cy="2246769"/>
          </a:xfrm>
          <a:prstGeom prst="rect">
            <a:avLst/>
          </a:prstGeom>
          <a:noFill/>
        </p:spPr>
        <p:txBody>
          <a:bodyPr wrap="square">
            <a:spAutoFit/>
          </a:bodyPr>
          <a:lstStyle/>
          <a:p>
            <a:r>
              <a:rPr lang="en-US" sz="2000" b="1" i="0" baseline="30000" dirty="0">
                <a:solidFill>
                  <a:srgbClr val="000000"/>
                </a:solidFill>
                <a:effectLst/>
              </a:rPr>
              <a:t>17 </a:t>
            </a:r>
            <a:r>
              <a:rPr lang="en-US" sz="2000" b="0" i="0" dirty="0">
                <a:solidFill>
                  <a:srgbClr val="000000"/>
                </a:solidFill>
                <a:effectLst/>
              </a:rPr>
              <a:t>From now on, let no one make trouble for me; for I carry the marks of Jesus </a:t>
            </a:r>
            <a:r>
              <a:rPr lang="en-US" sz="2000" b="1" i="0" dirty="0">
                <a:solidFill>
                  <a:srgbClr val="000000"/>
                </a:solidFill>
                <a:effectLst/>
              </a:rPr>
              <a:t>branded</a:t>
            </a:r>
            <a:r>
              <a:rPr lang="en-US" sz="2000" b="0" i="0" dirty="0">
                <a:solidFill>
                  <a:srgbClr val="000000"/>
                </a:solidFill>
                <a:effectLst/>
              </a:rPr>
              <a:t> on my body.</a:t>
            </a:r>
          </a:p>
          <a:p>
            <a:endParaRPr lang="en-US" sz="2000" dirty="0">
              <a:solidFill>
                <a:srgbClr val="000000"/>
              </a:solidFill>
            </a:endParaRPr>
          </a:p>
          <a:p>
            <a:r>
              <a:rPr lang="en-US" sz="2000" b="1" dirty="0">
                <a:solidFill>
                  <a:srgbClr val="000000"/>
                </a:solidFill>
              </a:rPr>
              <a:t>Galatians 6:17</a:t>
            </a:r>
            <a:endParaRPr lang="en-GB" sz="2000" b="1" dirty="0"/>
          </a:p>
        </p:txBody>
      </p:sp>
    </p:spTree>
    <p:extLst>
      <p:ext uri="{BB962C8B-B14F-4D97-AF65-F5344CB8AC3E}">
        <p14:creationId xmlns:p14="http://schemas.microsoft.com/office/powerpoint/2010/main" val="2246744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7232-618A-44B0-A955-5D465D8142D0}"/>
              </a:ext>
            </a:extLst>
          </p:cNvPr>
          <p:cNvSpPr>
            <a:spLocks noGrp="1"/>
          </p:cNvSpPr>
          <p:nvPr>
            <p:ph type="title"/>
          </p:nvPr>
        </p:nvSpPr>
        <p:spPr/>
        <p:txBody>
          <a:bodyPr/>
          <a:lstStyle/>
          <a:p>
            <a:r>
              <a:rPr lang="en-GB" dirty="0"/>
              <a:t>St Paul and the Christian faith</a:t>
            </a:r>
          </a:p>
        </p:txBody>
      </p:sp>
      <p:sp>
        <p:nvSpPr>
          <p:cNvPr id="3" name="Content Placeholder 2">
            <a:extLst>
              <a:ext uri="{FF2B5EF4-FFF2-40B4-BE49-F238E27FC236}">
                <a16:creationId xmlns:a16="http://schemas.microsoft.com/office/drawing/2014/main" id="{6C6516A4-090B-4906-B86D-1E087811C0D1}"/>
              </a:ext>
            </a:extLst>
          </p:cNvPr>
          <p:cNvSpPr>
            <a:spLocks noGrp="1"/>
          </p:cNvSpPr>
          <p:nvPr>
            <p:ph idx="1"/>
          </p:nvPr>
        </p:nvSpPr>
        <p:spPr>
          <a:xfrm>
            <a:off x="838200" y="2061469"/>
            <a:ext cx="10515600" cy="4796531"/>
          </a:xfrm>
        </p:spPr>
        <p:txBody>
          <a:bodyPr>
            <a:normAutofit/>
          </a:bodyPr>
          <a:lstStyle/>
          <a:p>
            <a:r>
              <a:rPr lang="en-GB" sz="2400" dirty="0"/>
              <a:t>It’s hard to overestimate Paul’s influence on Christian doctrine</a:t>
            </a:r>
          </a:p>
          <a:p>
            <a:r>
              <a:rPr lang="en-GB" sz="2400" dirty="0"/>
              <a:t>Many of the doctrines Christians take for granted as part of the faith were not from the gospels or the Old Testament, e.g. standard views of Original Sin</a:t>
            </a:r>
          </a:p>
          <a:p>
            <a:r>
              <a:rPr lang="en-GB" sz="2400" dirty="0"/>
              <a:t>Paul gives Christians, for the next 2000 or so years, lots of theological/ethical puzzles to chew over</a:t>
            </a:r>
          </a:p>
          <a:p>
            <a:endParaRPr lang="en-GB" sz="2400" dirty="0"/>
          </a:p>
          <a:p>
            <a:r>
              <a:rPr lang="en-GB" sz="2400" dirty="0"/>
              <a:t>27 books of the New Testament, 13 of them penned by Paul</a:t>
            </a:r>
          </a:p>
          <a:p>
            <a:r>
              <a:rPr lang="en-GB" sz="2400" dirty="0"/>
              <a:t>Writer of epistles to new Christian communities</a:t>
            </a:r>
          </a:p>
          <a:p>
            <a:r>
              <a:rPr lang="en-GB" sz="2400" dirty="0"/>
              <a:t>Through these we get to know much more about Paul and early Christians</a:t>
            </a:r>
          </a:p>
        </p:txBody>
      </p:sp>
    </p:spTree>
    <p:extLst>
      <p:ext uri="{BB962C8B-B14F-4D97-AF65-F5344CB8AC3E}">
        <p14:creationId xmlns:p14="http://schemas.microsoft.com/office/powerpoint/2010/main" val="41070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E4245D7-85A4-4E97-AC33-659CBF5F08F8}"/>
              </a:ext>
            </a:extLst>
          </p:cNvPr>
          <p:cNvSpPr txBox="1"/>
          <p:nvPr/>
        </p:nvSpPr>
        <p:spPr>
          <a:xfrm>
            <a:off x="1809750" y="538817"/>
            <a:ext cx="6096000" cy="5632311"/>
          </a:xfrm>
          <a:prstGeom prst="rect">
            <a:avLst/>
          </a:prstGeom>
          <a:noFill/>
        </p:spPr>
        <p:txBody>
          <a:bodyPr wrap="square">
            <a:spAutoFit/>
          </a:bodyPr>
          <a:lstStyle/>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rPr>
              <a:t>Matthew</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Mark</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Luke</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John</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Acts of the Apostles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Romans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1 Corinthians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2 Corinthians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Galatians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Ephesians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Philippians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Colossians</a:t>
            </a:r>
            <a:endParaRPr lang="en-US" sz="1800" b="0" i="0" u="none" strike="noStrike" dirty="0">
              <a:solidFill>
                <a:srgbClr val="262626"/>
              </a:solidFill>
              <a:effectLst/>
            </a:endParaRPr>
          </a:p>
          <a:p>
            <a:pPr rtl="0" fontAlgn="base">
              <a:spcBef>
                <a:spcPts val="900"/>
              </a:spcBef>
              <a:spcAft>
                <a:spcPts val="0"/>
              </a:spcAft>
              <a:buFont typeface="Arial" panose="020B0604020202020204" pitchFamily="34" charset="0"/>
              <a:buChar char="•"/>
            </a:pPr>
            <a:r>
              <a:rPr lang="en-US" sz="1800" b="0" i="0" u="none" strike="noStrike" dirty="0">
                <a:solidFill>
                  <a:srgbClr val="000000"/>
                </a:solidFill>
                <a:effectLst/>
              </a:rPr>
              <a:t>1 Thessalonians</a:t>
            </a:r>
            <a:endParaRPr lang="en-US" sz="1800" b="0" i="0" u="none" strike="noStrike" dirty="0">
              <a:solidFill>
                <a:srgbClr val="262626"/>
              </a:solidFill>
              <a:effectLst/>
            </a:endParaRPr>
          </a:p>
          <a:p>
            <a:br>
              <a:rPr lang="en-US" b="0" dirty="0">
                <a:effectLst/>
              </a:rPr>
            </a:br>
            <a:endParaRPr lang="en-GB" dirty="0"/>
          </a:p>
        </p:txBody>
      </p:sp>
      <p:sp>
        <p:nvSpPr>
          <p:cNvPr id="9" name="TextBox 8">
            <a:extLst>
              <a:ext uri="{FF2B5EF4-FFF2-40B4-BE49-F238E27FC236}">
                <a16:creationId xmlns:a16="http://schemas.microsoft.com/office/drawing/2014/main" id="{B00155E1-25D6-4397-BB3F-FD6A7D4463EF}"/>
              </a:ext>
            </a:extLst>
          </p:cNvPr>
          <p:cNvSpPr txBox="1"/>
          <p:nvPr/>
        </p:nvSpPr>
        <p:spPr>
          <a:xfrm>
            <a:off x="6362700" y="538817"/>
            <a:ext cx="4533900" cy="5970865"/>
          </a:xfrm>
          <a:prstGeom prst="rect">
            <a:avLst/>
          </a:prstGeom>
          <a:noFill/>
        </p:spPr>
        <p:txBody>
          <a:bodyPr wrap="square">
            <a:spAutoFit/>
          </a:bodyPr>
          <a:lstStyle/>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rPr>
              <a:t>2 Thessalonians</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1 Timothy</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2 Timothy</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Titus</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Philemon</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Hebrews</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James</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1 Peter</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2 Peter</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1 John</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2 John</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3 John</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Jude</a:t>
            </a:r>
            <a:endParaRPr lang="en-US" sz="1400" b="0" i="0" u="none" strike="noStrike" dirty="0">
              <a:solidFill>
                <a:srgbClr val="AB620D"/>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000000"/>
                </a:solidFill>
                <a:effectLst/>
              </a:rPr>
              <a:t>Revelation</a:t>
            </a:r>
            <a:endParaRPr lang="en-US" sz="1400" b="0" i="0" u="none" strike="noStrike" dirty="0">
              <a:solidFill>
                <a:srgbClr val="AB620D"/>
              </a:solidFill>
              <a:effectLst/>
            </a:endParaRPr>
          </a:p>
        </p:txBody>
      </p:sp>
    </p:spTree>
    <p:extLst>
      <p:ext uri="{BB962C8B-B14F-4D97-AF65-F5344CB8AC3E}">
        <p14:creationId xmlns:p14="http://schemas.microsoft.com/office/powerpoint/2010/main" val="3632888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E4245D7-85A4-4E97-AC33-659CBF5F08F8}"/>
              </a:ext>
            </a:extLst>
          </p:cNvPr>
          <p:cNvSpPr txBox="1"/>
          <p:nvPr/>
        </p:nvSpPr>
        <p:spPr>
          <a:xfrm>
            <a:off x="1809750" y="538817"/>
            <a:ext cx="6096000" cy="5632311"/>
          </a:xfrm>
          <a:prstGeom prst="rect">
            <a:avLst/>
          </a:prstGeom>
          <a:noFill/>
        </p:spPr>
        <p:txBody>
          <a:bodyPr wrap="square">
            <a:spAutoFit/>
          </a:bodyPr>
          <a:lstStyle/>
          <a:p>
            <a:pPr rtl="0" fontAlgn="base">
              <a:spcBef>
                <a:spcPts val="0"/>
              </a:spcBef>
              <a:spcAft>
                <a:spcPts val="0"/>
              </a:spcAft>
              <a:buFont typeface="Arial" panose="020B0604020202020204" pitchFamily="34" charset="0"/>
              <a:buChar char="•"/>
            </a:pPr>
            <a:r>
              <a:rPr lang="en-US" sz="1800" b="0" i="0" u="none" strike="noStrike" dirty="0">
                <a:solidFill>
                  <a:srgbClr val="EDE9E7"/>
                </a:solidFill>
                <a:effectLst/>
              </a:rPr>
              <a:t>Matthew</a:t>
            </a:r>
          </a:p>
          <a:p>
            <a:pPr rtl="0" fontAlgn="base">
              <a:spcBef>
                <a:spcPts val="900"/>
              </a:spcBef>
              <a:spcAft>
                <a:spcPts val="0"/>
              </a:spcAft>
              <a:buFont typeface="Arial" panose="020B0604020202020204" pitchFamily="34" charset="0"/>
              <a:buChar char="•"/>
            </a:pPr>
            <a:r>
              <a:rPr lang="en-US" sz="1800" b="0" i="0" u="none" strike="noStrike" dirty="0">
                <a:solidFill>
                  <a:srgbClr val="EDE9E7"/>
                </a:solidFill>
                <a:effectLst/>
              </a:rPr>
              <a:t>Mark</a:t>
            </a:r>
          </a:p>
          <a:p>
            <a:pPr rtl="0" fontAlgn="base">
              <a:spcBef>
                <a:spcPts val="900"/>
              </a:spcBef>
              <a:spcAft>
                <a:spcPts val="0"/>
              </a:spcAft>
              <a:buFont typeface="Arial" panose="020B0604020202020204" pitchFamily="34" charset="0"/>
              <a:buChar char="•"/>
            </a:pPr>
            <a:r>
              <a:rPr lang="en-US" sz="1800" b="0" i="0" u="none" strike="noStrike" dirty="0">
                <a:solidFill>
                  <a:srgbClr val="EDE9E7"/>
                </a:solidFill>
                <a:effectLst/>
              </a:rPr>
              <a:t>Luke</a:t>
            </a:r>
          </a:p>
          <a:p>
            <a:pPr rtl="0" fontAlgn="base">
              <a:spcBef>
                <a:spcPts val="900"/>
              </a:spcBef>
              <a:spcAft>
                <a:spcPts val="0"/>
              </a:spcAft>
              <a:buFont typeface="Arial" panose="020B0604020202020204" pitchFamily="34" charset="0"/>
              <a:buChar char="•"/>
            </a:pPr>
            <a:r>
              <a:rPr lang="en-US" sz="1800" b="0" i="0" u="none" strike="noStrike" dirty="0">
                <a:solidFill>
                  <a:srgbClr val="EDE9E7"/>
                </a:solidFill>
                <a:effectLst/>
              </a:rPr>
              <a:t>John</a:t>
            </a:r>
          </a:p>
          <a:p>
            <a:pPr rtl="0" fontAlgn="base">
              <a:spcBef>
                <a:spcPts val="900"/>
              </a:spcBef>
              <a:spcAft>
                <a:spcPts val="0"/>
              </a:spcAft>
              <a:buFont typeface="Arial" panose="020B0604020202020204" pitchFamily="34" charset="0"/>
              <a:buChar char="•"/>
            </a:pPr>
            <a:r>
              <a:rPr lang="en-US" sz="1800" b="0" i="0" u="none" strike="noStrike" dirty="0">
                <a:solidFill>
                  <a:srgbClr val="EDE9E7"/>
                </a:solidFill>
                <a:effectLst/>
              </a:rPr>
              <a:t>Acts of the Apostles</a:t>
            </a:r>
          </a:p>
          <a:p>
            <a:pPr rtl="0" fontAlgn="base">
              <a:spcBef>
                <a:spcPts val="900"/>
              </a:spcBef>
              <a:spcAft>
                <a:spcPts val="0"/>
              </a:spcAft>
              <a:buFont typeface="Arial" panose="020B0604020202020204" pitchFamily="34" charset="0"/>
              <a:buChar char="•"/>
            </a:pPr>
            <a:r>
              <a:rPr lang="en-US" sz="1800" b="0" i="0" u="none" strike="noStrike" dirty="0">
                <a:effectLst/>
              </a:rPr>
              <a:t>Romans</a:t>
            </a:r>
          </a:p>
          <a:p>
            <a:pPr rtl="0" fontAlgn="base">
              <a:spcBef>
                <a:spcPts val="900"/>
              </a:spcBef>
              <a:spcAft>
                <a:spcPts val="0"/>
              </a:spcAft>
              <a:buFont typeface="Arial" panose="020B0604020202020204" pitchFamily="34" charset="0"/>
              <a:buChar char="•"/>
            </a:pPr>
            <a:r>
              <a:rPr lang="en-US" sz="1800" b="0" i="0" u="none" strike="noStrike" dirty="0">
                <a:effectLst/>
              </a:rPr>
              <a:t>1 Corinthians</a:t>
            </a:r>
          </a:p>
          <a:p>
            <a:pPr rtl="0" fontAlgn="base">
              <a:spcBef>
                <a:spcPts val="900"/>
              </a:spcBef>
              <a:spcAft>
                <a:spcPts val="0"/>
              </a:spcAft>
              <a:buFont typeface="Arial" panose="020B0604020202020204" pitchFamily="34" charset="0"/>
              <a:buChar char="•"/>
            </a:pPr>
            <a:r>
              <a:rPr lang="en-US" sz="1800" b="0" i="0" u="none" strike="noStrike" dirty="0">
                <a:effectLst/>
              </a:rPr>
              <a:t>2 Corinthians</a:t>
            </a:r>
          </a:p>
          <a:p>
            <a:pPr rtl="0" fontAlgn="base">
              <a:spcBef>
                <a:spcPts val="900"/>
              </a:spcBef>
              <a:spcAft>
                <a:spcPts val="0"/>
              </a:spcAft>
              <a:buFont typeface="Arial" panose="020B0604020202020204" pitchFamily="34" charset="0"/>
              <a:buChar char="•"/>
            </a:pPr>
            <a:r>
              <a:rPr lang="en-US" sz="1800" b="0" i="0" u="none" strike="noStrike" dirty="0">
                <a:effectLst/>
              </a:rPr>
              <a:t>Galatians</a:t>
            </a:r>
          </a:p>
          <a:p>
            <a:pPr rtl="0" fontAlgn="base">
              <a:spcBef>
                <a:spcPts val="900"/>
              </a:spcBef>
              <a:spcAft>
                <a:spcPts val="0"/>
              </a:spcAft>
              <a:buFont typeface="Arial" panose="020B0604020202020204" pitchFamily="34" charset="0"/>
              <a:buChar char="•"/>
            </a:pPr>
            <a:r>
              <a:rPr lang="en-US" sz="1800" b="0" i="0" u="none" strike="noStrike" dirty="0">
                <a:effectLst/>
              </a:rPr>
              <a:t>Ephesians</a:t>
            </a:r>
          </a:p>
          <a:p>
            <a:pPr rtl="0" fontAlgn="base">
              <a:spcBef>
                <a:spcPts val="900"/>
              </a:spcBef>
              <a:spcAft>
                <a:spcPts val="0"/>
              </a:spcAft>
              <a:buFont typeface="Arial" panose="020B0604020202020204" pitchFamily="34" charset="0"/>
              <a:buChar char="•"/>
            </a:pPr>
            <a:r>
              <a:rPr lang="en-US" sz="1800" b="0" i="0" u="none" strike="noStrike" dirty="0">
                <a:effectLst/>
              </a:rPr>
              <a:t>Philippians</a:t>
            </a:r>
          </a:p>
          <a:p>
            <a:pPr rtl="0" fontAlgn="base">
              <a:spcBef>
                <a:spcPts val="900"/>
              </a:spcBef>
              <a:spcAft>
                <a:spcPts val="0"/>
              </a:spcAft>
              <a:buFont typeface="Arial" panose="020B0604020202020204" pitchFamily="34" charset="0"/>
              <a:buChar char="•"/>
            </a:pPr>
            <a:r>
              <a:rPr lang="en-US" sz="1800" b="0" i="0" u="none" strike="noStrike" dirty="0">
                <a:effectLst/>
              </a:rPr>
              <a:t>Colossians</a:t>
            </a:r>
          </a:p>
          <a:p>
            <a:pPr rtl="0" fontAlgn="base">
              <a:spcBef>
                <a:spcPts val="900"/>
              </a:spcBef>
              <a:spcAft>
                <a:spcPts val="0"/>
              </a:spcAft>
              <a:buFont typeface="Arial" panose="020B0604020202020204" pitchFamily="34" charset="0"/>
              <a:buChar char="•"/>
            </a:pPr>
            <a:r>
              <a:rPr lang="en-US" sz="1800" b="0" i="0" u="none" strike="noStrike" dirty="0">
                <a:effectLst/>
              </a:rPr>
              <a:t>1 Thessalonians</a:t>
            </a:r>
          </a:p>
          <a:p>
            <a:br>
              <a:rPr lang="en-US" b="0" dirty="0">
                <a:effectLst/>
              </a:rPr>
            </a:br>
            <a:endParaRPr lang="en-GB" dirty="0"/>
          </a:p>
        </p:txBody>
      </p:sp>
      <p:sp>
        <p:nvSpPr>
          <p:cNvPr id="9" name="TextBox 8">
            <a:extLst>
              <a:ext uri="{FF2B5EF4-FFF2-40B4-BE49-F238E27FC236}">
                <a16:creationId xmlns:a16="http://schemas.microsoft.com/office/drawing/2014/main" id="{B00155E1-25D6-4397-BB3F-FD6A7D4463EF}"/>
              </a:ext>
            </a:extLst>
          </p:cNvPr>
          <p:cNvSpPr txBox="1"/>
          <p:nvPr/>
        </p:nvSpPr>
        <p:spPr>
          <a:xfrm>
            <a:off x="6362700" y="538817"/>
            <a:ext cx="4533900" cy="5970865"/>
          </a:xfrm>
          <a:prstGeom prst="rect">
            <a:avLst/>
          </a:prstGeom>
          <a:noFill/>
        </p:spPr>
        <p:txBody>
          <a:bodyPr wrap="square">
            <a:spAutoFit/>
          </a:bodyPr>
          <a:lstStyle/>
          <a:p>
            <a:pPr rtl="0" fontAlgn="base">
              <a:spcBef>
                <a:spcPts val="0"/>
              </a:spcBef>
              <a:spcAft>
                <a:spcPts val="0"/>
              </a:spcAft>
              <a:buFont typeface="Arial" panose="020B0604020202020204" pitchFamily="34" charset="0"/>
              <a:buChar char="•"/>
            </a:pPr>
            <a:r>
              <a:rPr lang="en-US" sz="1800" b="0" i="0" u="none" strike="noStrike" dirty="0">
                <a:effectLst/>
              </a:rPr>
              <a:t>2 Thessalonians</a:t>
            </a:r>
            <a:endParaRPr lang="en-US" sz="1400" b="0" i="0" u="none" strike="noStrike" dirty="0">
              <a:effectLst/>
            </a:endParaRPr>
          </a:p>
          <a:p>
            <a:pPr rtl="0" fontAlgn="base">
              <a:spcBef>
                <a:spcPts val="1200"/>
              </a:spcBef>
              <a:spcAft>
                <a:spcPts val="0"/>
              </a:spcAft>
              <a:buFont typeface="Arial" panose="020B0604020202020204" pitchFamily="34" charset="0"/>
              <a:buChar char="•"/>
            </a:pPr>
            <a:r>
              <a:rPr lang="en-US" sz="1800" b="0" i="0" u="none" strike="noStrike" dirty="0">
                <a:effectLst/>
              </a:rPr>
              <a:t>1 Timothy</a:t>
            </a:r>
            <a:endParaRPr lang="en-US" sz="1400" b="0" i="0" u="none" strike="noStrike" dirty="0">
              <a:effectLst/>
            </a:endParaRPr>
          </a:p>
          <a:p>
            <a:pPr rtl="0" fontAlgn="base">
              <a:spcBef>
                <a:spcPts val="1200"/>
              </a:spcBef>
              <a:spcAft>
                <a:spcPts val="0"/>
              </a:spcAft>
              <a:buFont typeface="Arial" panose="020B0604020202020204" pitchFamily="34" charset="0"/>
              <a:buChar char="•"/>
            </a:pPr>
            <a:r>
              <a:rPr lang="en-US" sz="1800" b="0" i="0" u="none" strike="noStrike" dirty="0">
                <a:effectLst/>
              </a:rPr>
              <a:t>2 Timothy</a:t>
            </a:r>
            <a:endParaRPr lang="en-US" sz="1400" b="0" i="0" u="none" strike="noStrike" dirty="0">
              <a:effectLst/>
            </a:endParaRPr>
          </a:p>
          <a:p>
            <a:pPr rtl="0" fontAlgn="base">
              <a:spcBef>
                <a:spcPts val="1200"/>
              </a:spcBef>
              <a:spcAft>
                <a:spcPts val="0"/>
              </a:spcAft>
              <a:buFont typeface="Arial" panose="020B0604020202020204" pitchFamily="34" charset="0"/>
              <a:buChar char="•"/>
            </a:pPr>
            <a:r>
              <a:rPr lang="en-US" sz="1800" b="0" i="0" u="none" strike="noStrike" dirty="0">
                <a:effectLst/>
              </a:rPr>
              <a:t>Titus</a:t>
            </a:r>
            <a:endParaRPr lang="en-US" sz="1400" b="0" i="0" u="none" strike="noStrike" dirty="0">
              <a:effectLst/>
            </a:endParaRPr>
          </a:p>
          <a:p>
            <a:pPr rtl="0" fontAlgn="base">
              <a:spcBef>
                <a:spcPts val="1200"/>
              </a:spcBef>
              <a:spcAft>
                <a:spcPts val="0"/>
              </a:spcAft>
              <a:buFont typeface="Arial" panose="020B0604020202020204" pitchFamily="34" charset="0"/>
              <a:buChar char="•"/>
            </a:pPr>
            <a:r>
              <a:rPr lang="en-US" sz="1800" b="0" i="0" u="none" strike="noStrike" dirty="0">
                <a:effectLst/>
              </a:rPr>
              <a:t>Philemon</a:t>
            </a:r>
            <a:endParaRPr lang="en-US" sz="1400" b="0" i="0" u="none" strike="noStrike" dirty="0">
              <a:effectLst/>
            </a:endParaRPr>
          </a:p>
          <a:p>
            <a:pPr rtl="0" fontAlgn="base">
              <a:spcBef>
                <a:spcPts val="1200"/>
              </a:spcBef>
              <a:spcAft>
                <a:spcPts val="0"/>
              </a:spcAft>
              <a:buFont typeface="Arial" panose="020B0604020202020204" pitchFamily="34" charset="0"/>
              <a:buChar char="•"/>
            </a:pPr>
            <a:r>
              <a:rPr lang="en-US" sz="1800" b="0" i="0" u="none" strike="noStrike" dirty="0">
                <a:effectLst/>
              </a:rPr>
              <a:t>Hebrews</a:t>
            </a:r>
            <a:endParaRPr lang="en-US" sz="1400" b="0" i="0" u="none" strike="noStrike" dirty="0">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James</a:t>
            </a:r>
            <a:endParaRPr lang="en-US" sz="1400" b="0" i="0" u="none" strike="noStrike" dirty="0">
              <a:solidFill>
                <a:srgbClr val="EDE9E7"/>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1 Peter</a:t>
            </a:r>
            <a:endParaRPr lang="en-US" sz="1400" b="0" i="0" u="none" strike="noStrike" dirty="0">
              <a:solidFill>
                <a:srgbClr val="EDE9E7"/>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2 Peter</a:t>
            </a:r>
            <a:endParaRPr lang="en-US" sz="1400" b="0" i="0" u="none" strike="noStrike" dirty="0">
              <a:solidFill>
                <a:srgbClr val="EDE9E7"/>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1 John</a:t>
            </a:r>
            <a:endParaRPr lang="en-US" sz="1400" b="0" i="0" u="none" strike="noStrike" dirty="0">
              <a:solidFill>
                <a:srgbClr val="EDE9E7"/>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2 John</a:t>
            </a:r>
            <a:endParaRPr lang="en-US" sz="1400" b="0" i="0" u="none" strike="noStrike" dirty="0">
              <a:solidFill>
                <a:srgbClr val="EDE9E7"/>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3 John</a:t>
            </a:r>
            <a:endParaRPr lang="en-US" sz="1400" b="0" i="0" u="none" strike="noStrike" dirty="0">
              <a:solidFill>
                <a:srgbClr val="EDE9E7"/>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Jude</a:t>
            </a:r>
            <a:endParaRPr lang="en-US" sz="1400" b="0" i="0" u="none" strike="noStrike" dirty="0">
              <a:solidFill>
                <a:srgbClr val="EDE9E7"/>
              </a:solidFill>
              <a:effectLst/>
            </a:endParaRPr>
          </a:p>
          <a:p>
            <a:pPr rtl="0" fontAlgn="base">
              <a:spcBef>
                <a:spcPts val="1200"/>
              </a:spcBef>
              <a:spcAft>
                <a:spcPts val="0"/>
              </a:spcAft>
              <a:buFont typeface="Arial" panose="020B0604020202020204" pitchFamily="34" charset="0"/>
              <a:buChar char="•"/>
            </a:pPr>
            <a:r>
              <a:rPr lang="en-US" sz="1800" b="0" i="0" u="none" strike="noStrike" dirty="0">
                <a:solidFill>
                  <a:srgbClr val="EDE9E7"/>
                </a:solidFill>
                <a:effectLst/>
              </a:rPr>
              <a:t>Revelation</a:t>
            </a:r>
            <a:endParaRPr lang="en-US" sz="1400" b="0" i="0" u="none" strike="noStrike" dirty="0">
              <a:solidFill>
                <a:srgbClr val="EDE9E7"/>
              </a:solidFill>
              <a:effectLst/>
            </a:endParaRPr>
          </a:p>
        </p:txBody>
      </p:sp>
    </p:spTree>
    <p:extLst>
      <p:ext uri="{BB962C8B-B14F-4D97-AF65-F5344CB8AC3E}">
        <p14:creationId xmlns:p14="http://schemas.microsoft.com/office/powerpoint/2010/main" val="208509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9B1BD-C6F9-909B-06AD-376BC9E522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BAE892-84AA-F835-8EAF-1DCEF2AC3CD8}"/>
              </a:ext>
            </a:extLst>
          </p:cNvPr>
          <p:cNvSpPr>
            <a:spLocks noGrp="1"/>
          </p:cNvSpPr>
          <p:nvPr>
            <p:ph idx="1"/>
          </p:nvPr>
        </p:nvSpPr>
        <p:spPr/>
        <p:txBody>
          <a:bodyPr>
            <a:normAutofit/>
          </a:bodyPr>
          <a:lstStyle/>
          <a:p>
            <a:endParaRPr lang="en-GB" sz="2800" dirty="0"/>
          </a:p>
          <a:p>
            <a:endParaRPr lang="en-GB" sz="2800" dirty="0"/>
          </a:p>
          <a:p>
            <a:endParaRPr lang="en-GB" sz="2800" dirty="0"/>
          </a:p>
          <a:p>
            <a:r>
              <a:rPr lang="en-GB" sz="2800" dirty="0">
                <a:solidFill>
                  <a:srgbClr val="FF0000"/>
                </a:solidFill>
              </a:rPr>
              <a:t>In your view, whose contribution to Christianity was more significant – Peter or Paul?  Explain your answer, supporting your points with specific examples.</a:t>
            </a:r>
          </a:p>
          <a:p>
            <a:r>
              <a:rPr lang="en-GB" sz="2800" dirty="0">
                <a:solidFill>
                  <a:srgbClr val="FF0000"/>
                </a:solidFill>
              </a:rPr>
              <a:t>What might someone who disagreed with you argue?</a:t>
            </a:r>
            <a:endParaRPr lang="en-US" sz="2800" i="1" dirty="0">
              <a:solidFill>
                <a:srgbClr val="FF0000"/>
              </a:solidFill>
            </a:endParaRPr>
          </a:p>
        </p:txBody>
      </p:sp>
      <p:pic>
        <p:nvPicPr>
          <p:cNvPr id="4" name="Picture 2">
            <a:extLst>
              <a:ext uri="{FF2B5EF4-FFF2-40B4-BE49-F238E27FC236}">
                <a16:creationId xmlns:a16="http://schemas.microsoft.com/office/drawing/2014/main" id="{9533E8A5-2EEA-D3BE-B128-C7D22665F72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505200" y="681730"/>
            <a:ext cx="5181600" cy="2585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58571"/>
      </p:ext>
    </p:extLst>
  </p:cSld>
  <p:clrMapOvr>
    <a:masterClrMapping/>
  </p:clrMapOvr>
</p:sld>
</file>

<file path=ppt/theme/theme1.xml><?xml version="1.0" encoding="utf-8"?>
<a:theme xmlns:a="http://schemas.openxmlformats.org/drawingml/2006/main" name="ArchwayVTI">
  <a:themeElements>
    <a:clrScheme name="Custom 1">
      <a:dk1>
        <a:sysClr val="windowText" lastClr="000000"/>
      </a:dk1>
      <a:lt1>
        <a:sysClr val="window" lastClr="FFFFFF"/>
      </a:lt1>
      <a:dk2>
        <a:srgbClr val="2E3A3C"/>
      </a:dk2>
      <a:lt2>
        <a:srgbClr val="EDE9E7"/>
      </a:lt2>
      <a:accent1>
        <a:srgbClr val="898470"/>
      </a:accent1>
      <a:accent2>
        <a:srgbClr val="7A8773"/>
      </a:accent2>
      <a:accent3>
        <a:srgbClr val="8C845E"/>
      </a:accent3>
      <a:accent4>
        <a:srgbClr val="9F7E56"/>
      </a:accent4>
      <a:accent5>
        <a:srgbClr val="9B7E69"/>
      </a:accent5>
      <a:accent6>
        <a:srgbClr val="AA7862"/>
      </a:accent6>
      <a:hlink>
        <a:srgbClr val="7A8773"/>
      </a:hlink>
      <a:folHlink>
        <a:srgbClr val="9F7E56"/>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VTI" id="{309F1D27-9968-4F93-BA7C-3666A757FD2E}" vid="{76D8E8FD-8787-4E56-A14A-C28BF58ABEE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AD10A9D7E08D458C104B5739232EB4" ma:contentTypeVersion="19" ma:contentTypeDescription="Create a new document." ma:contentTypeScope="" ma:versionID="f06c63eefb6ff044dab917bc80b5708a">
  <xsd:schema xmlns:xsd="http://www.w3.org/2001/XMLSchema" xmlns:xs="http://www.w3.org/2001/XMLSchema" xmlns:p="http://schemas.microsoft.com/office/2006/metadata/properties" xmlns:ns2="ca05d594-02c3-4054-906a-8879c521063a" xmlns:ns3="80f066a0-d092-4ea2-8933-e7c755ed33e6" targetNamespace="http://schemas.microsoft.com/office/2006/metadata/properties" ma:root="true" ma:fieldsID="7a1deab4937aeeeb08d1b761a859a779" ns2:_="" ns3:_="">
    <xsd:import namespace="ca05d594-02c3-4054-906a-8879c521063a"/>
    <xsd:import namespace="80f066a0-d092-4ea2-8933-e7c755ed33e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3:MediaLengthInSeconds" minOccurs="0"/>
                <xsd:element ref="ns3:MediaServiceObjectDetectorVersions" minOccurs="0"/>
                <xsd:element ref="ns3:lcf76f155ced4ddcb4097134ff3c332f" minOccurs="0"/>
                <xsd:element ref="ns2:TaxCatchAll"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05d594-02c3-4054-906a-8879c521063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04fb91da-2293-4aa6-b922-e06818789a25}" ma:internalName="TaxCatchAll" ma:showField="CatchAllData" ma:web="ca05d594-02c3-4054-906a-8879c521063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0f066a0-d092-4ea2-8933-e7c755ed33e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9fe1d17e-ff9e-44d0-8ebb-180fc0d954b4"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a05d594-02c3-4054-906a-8879c521063a" xsi:nil="true"/>
    <lcf76f155ced4ddcb4097134ff3c332f xmlns="80f066a0-d092-4ea2-8933-e7c755ed33e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EB65672-AC5E-442D-8775-90846C6BF8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05d594-02c3-4054-906a-8879c521063a"/>
    <ds:schemaRef ds:uri="80f066a0-d092-4ea2-8933-e7c755ed33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C0BE12-458E-4B19-AFBB-9F6AEFB62A36}">
  <ds:schemaRefs>
    <ds:schemaRef ds:uri="http://schemas.microsoft.com/sharepoint/v3/contenttype/forms"/>
  </ds:schemaRefs>
</ds:datastoreItem>
</file>

<file path=customXml/itemProps3.xml><?xml version="1.0" encoding="utf-8"?>
<ds:datastoreItem xmlns:ds="http://schemas.openxmlformats.org/officeDocument/2006/customXml" ds:itemID="{41C84094-D64E-4C4A-82DF-0618AB469F4D}">
  <ds:schemaRefs>
    <ds:schemaRef ds:uri="http://schemas.microsoft.com/office/2006/metadata/properties"/>
    <ds:schemaRef ds:uri="http://schemas.microsoft.com/office/infopath/2007/PartnerControls"/>
    <ds:schemaRef ds:uri="ca05d594-02c3-4054-906a-8879c521063a"/>
    <ds:schemaRef ds:uri="80f066a0-d092-4ea2-8933-e7c755ed33e6"/>
  </ds:schemaRefs>
</ds:datastoreItem>
</file>

<file path=docProps/app.xml><?xml version="1.0" encoding="utf-8"?>
<Properties xmlns="http://schemas.openxmlformats.org/officeDocument/2006/extended-properties" xmlns:vt="http://schemas.openxmlformats.org/officeDocument/2006/docPropsVTypes">
  <TotalTime>0</TotalTime>
  <Words>1221</Words>
  <Application>Microsoft Office PowerPoint</Application>
  <PresentationFormat>Widescreen</PresentationFormat>
  <Paragraphs>124</Paragraphs>
  <Slides>14</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Felix Titling</vt:lpstr>
      <vt:lpstr>Goudy Old Style</vt:lpstr>
      <vt:lpstr>ArchwayVTI</vt:lpstr>
      <vt:lpstr>The Early Church</vt:lpstr>
      <vt:lpstr>AD 33(ish)</vt:lpstr>
      <vt:lpstr>What happened after Jesus?</vt:lpstr>
      <vt:lpstr>Identity crisis</vt:lpstr>
      <vt:lpstr>Peter and Cornelius</vt:lpstr>
      <vt:lpstr>St Paul</vt:lpstr>
      <vt:lpstr>PowerPoint Presentation</vt:lpstr>
      <vt:lpstr>PowerPoint Presentation</vt:lpstr>
      <vt:lpstr>PowerPoint Presentation</vt:lpstr>
      <vt:lpstr>PowerPoint Presentation</vt:lpstr>
      <vt:lpstr>St Paul and the Christian faith</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 Peter: The First Pope</dc:title>
  <dc:creator>Jade Ramsay</dc:creator>
  <cp:lastModifiedBy>Cat Graham</cp:lastModifiedBy>
  <cp:revision>2</cp:revision>
  <dcterms:created xsi:type="dcterms:W3CDTF">2024-02-07T08:36:12Z</dcterms:created>
  <dcterms:modified xsi:type="dcterms:W3CDTF">2026-02-09T08:31:05Z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0x01010067AD10A9D7E08D458C104B5739232EB4</vt:lpwstr>
  </property>
  <property fmtid="{D5CDD505-2E9C-101B-9397-08002B2CF9AE}" pid="3" name="MediaServiceImageTags">
    <vt:lpwstr/>
  </property>
</Properties>
</file>