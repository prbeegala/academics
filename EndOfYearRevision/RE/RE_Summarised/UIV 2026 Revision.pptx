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34" r:id="rId4"/>
  </p:sldMasterIdLst>
  <p:notesMasterIdLst>
    <p:notesMasterId r:id="rId33"/>
  </p:notesMasterIdLst>
  <p:sldIdLst>
    <p:sldId id="259" r:id="rId5"/>
    <p:sldId id="282" r:id="rId6"/>
    <p:sldId id="305" r:id="rId7"/>
    <p:sldId id="285" r:id="rId8"/>
    <p:sldId id="286" r:id="rId9"/>
    <p:sldId id="306" r:id="rId10"/>
    <p:sldId id="288" r:id="rId11"/>
    <p:sldId id="294" r:id="rId12"/>
    <p:sldId id="257" r:id="rId13"/>
    <p:sldId id="279" r:id="rId14"/>
    <p:sldId id="307" r:id="rId15"/>
    <p:sldId id="280" r:id="rId16"/>
    <p:sldId id="312" r:id="rId17"/>
    <p:sldId id="308" r:id="rId18"/>
    <p:sldId id="293" r:id="rId19"/>
    <p:sldId id="297" r:id="rId20"/>
    <p:sldId id="302" r:id="rId21"/>
    <p:sldId id="303" r:id="rId22"/>
    <p:sldId id="301" r:id="rId23"/>
    <p:sldId id="289" r:id="rId24"/>
    <p:sldId id="281" r:id="rId25"/>
    <p:sldId id="310" r:id="rId26"/>
    <p:sldId id="311" r:id="rId27"/>
    <p:sldId id="291" r:id="rId28"/>
    <p:sldId id="309" r:id="rId29"/>
    <p:sldId id="274" r:id="rId30"/>
    <p:sldId id="304" r:id="rId31"/>
    <p:sldId id="275" r:id="rId3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1DE337F-973E-49BA-AC54-0F662374B652}" v="631" dt="2026-05-11T08:25:41.637"/>
    <p1510:client id="{390188AF-06E0-ED92-48EB-3AB5AB0BE2BE}" v="2" dt="2026-05-11T19:37:32.70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21" Type="http://schemas.openxmlformats.org/officeDocument/2006/relationships/slide" Target="slides/slide17.xml"/><Relationship Id="rId34"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notesMaster" Target="notesMasters/notesMaster1.xml"/><Relationship Id="rId38"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viewProps" Target="viewProps.xml"/><Relationship Id="rId8" Type="http://schemas.openxmlformats.org/officeDocument/2006/relationships/slide" Target="slides/slide4.xml"/><Relationship Id="rId3" Type="http://schemas.openxmlformats.org/officeDocument/2006/relationships/customXml" Target="../customXml/item3.xml"/></Relationships>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14CE397D-51B1-4ED5-85CE-5AD83AA6EF84}" type="doc">
      <dgm:prSet loTypeId="urn:microsoft.com/office/officeart/2005/8/layout/vList2" loCatId="list" qsTypeId="urn:microsoft.com/office/officeart/2005/8/quickstyle/simple1" qsCatId="simple" csTypeId="urn:microsoft.com/office/officeart/2005/8/colors/colorful2" csCatId="colorful" phldr="1"/>
      <dgm:spPr/>
      <dgm:t>
        <a:bodyPr/>
        <a:lstStyle/>
        <a:p>
          <a:endParaRPr lang="en-US"/>
        </a:p>
      </dgm:t>
    </dgm:pt>
    <dgm:pt modelId="{4C796F44-F20D-4BDB-AF9C-BDA24923D298}">
      <dgm:prSet/>
      <dgm:spPr/>
      <dgm:t>
        <a:bodyPr/>
        <a:lstStyle/>
        <a:p>
          <a:r>
            <a:rPr lang="en-US"/>
            <a:t>Beliefs about G-d</a:t>
          </a:r>
        </a:p>
      </dgm:t>
    </dgm:pt>
    <dgm:pt modelId="{2CBAAEB3-F243-41AF-90AB-B7299CEEB6F8}" type="parTrans" cxnId="{AB4D398B-D6AE-4275-9A33-AED1E3F5A97C}">
      <dgm:prSet/>
      <dgm:spPr/>
      <dgm:t>
        <a:bodyPr/>
        <a:lstStyle/>
        <a:p>
          <a:endParaRPr lang="en-US"/>
        </a:p>
      </dgm:t>
    </dgm:pt>
    <dgm:pt modelId="{58621832-E525-42CB-8E81-1B1A5BBEAE5A}" type="sibTrans" cxnId="{AB4D398B-D6AE-4275-9A33-AED1E3F5A97C}">
      <dgm:prSet/>
      <dgm:spPr/>
      <dgm:t>
        <a:bodyPr/>
        <a:lstStyle/>
        <a:p>
          <a:endParaRPr lang="en-US"/>
        </a:p>
      </dgm:t>
    </dgm:pt>
    <dgm:pt modelId="{232148F6-B7C8-4FF6-AB36-5920CA7E17E4}">
      <dgm:prSet/>
      <dgm:spPr/>
      <dgm:t>
        <a:bodyPr/>
        <a:lstStyle/>
        <a:p>
          <a:r>
            <a:rPr lang="en-US"/>
            <a:t>Festivals – Yom Kippur</a:t>
          </a:r>
        </a:p>
      </dgm:t>
    </dgm:pt>
    <dgm:pt modelId="{4F58C8F9-DA5B-44F8-8435-9A5D20C140F0}" type="sibTrans" cxnId="{45B4B3EF-D49F-4164-84B4-84BCAA8E9C3C}">
      <dgm:prSet/>
      <dgm:spPr/>
      <dgm:t>
        <a:bodyPr/>
        <a:lstStyle/>
        <a:p>
          <a:endParaRPr lang="en-US"/>
        </a:p>
      </dgm:t>
    </dgm:pt>
    <dgm:pt modelId="{CE6BB9E4-8BBA-4980-85D0-7BC2AA9721FC}" type="parTrans" cxnId="{45B4B3EF-D49F-4164-84B4-84BCAA8E9C3C}">
      <dgm:prSet/>
      <dgm:spPr/>
      <dgm:t>
        <a:bodyPr/>
        <a:lstStyle/>
        <a:p>
          <a:endParaRPr lang="en-US"/>
        </a:p>
      </dgm:t>
    </dgm:pt>
    <dgm:pt modelId="{F5029E95-94BE-4DB7-A89A-B68EEEE1E53F}">
      <dgm:prSet/>
      <dgm:spPr/>
      <dgm:t>
        <a:bodyPr/>
        <a:lstStyle/>
        <a:p>
          <a:r>
            <a:rPr lang="en-US"/>
            <a:t>Jewish Law (written &amp; oral)</a:t>
          </a:r>
        </a:p>
      </dgm:t>
    </dgm:pt>
    <dgm:pt modelId="{D1B2CA4C-5436-426E-80E5-B9D35054C37D}" type="sibTrans" cxnId="{A2EC15F0-5FFB-42BA-9D6A-21CCFCC3374B}">
      <dgm:prSet/>
      <dgm:spPr/>
      <dgm:t>
        <a:bodyPr/>
        <a:lstStyle/>
        <a:p>
          <a:endParaRPr lang="en-US"/>
        </a:p>
      </dgm:t>
    </dgm:pt>
    <dgm:pt modelId="{09E274EB-3CE5-4BC9-95A8-0CC787CEBA21}" type="parTrans" cxnId="{A2EC15F0-5FFB-42BA-9D6A-21CCFCC3374B}">
      <dgm:prSet/>
      <dgm:spPr/>
      <dgm:t>
        <a:bodyPr/>
        <a:lstStyle/>
        <a:p>
          <a:endParaRPr lang="en-US"/>
        </a:p>
      </dgm:t>
    </dgm:pt>
    <dgm:pt modelId="{76E0F49C-4424-48CD-A5AF-CE9E93F8F4F9}">
      <dgm:prSet/>
      <dgm:spPr/>
      <dgm:t>
        <a:bodyPr/>
        <a:lstStyle/>
        <a:p>
          <a:r>
            <a:rPr lang="en-US"/>
            <a:t>Festivals - Pesach</a:t>
          </a:r>
        </a:p>
      </dgm:t>
    </dgm:pt>
    <dgm:pt modelId="{0C270862-5D7E-4B58-870F-3C858A48E17D}" type="sibTrans" cxnId="{9F4FF13B-CE1C-4F26-B58F-2B3AB5DAC938}">
      <dgm:prSet/>
      <dgm:spPr/>
      <dgm:t>
        <a:bodyPr/>
        <a:lstStyle/>
        <a:p>
          <a:endParaRPr lang="en-US"/>
        </a:p>
      </dgm:t>
    </dgm:pt>
    <dgm:pt modelId="{3AFE73A5-9E46-469F-B651-85BCE5831260}" type="parTrans" cxnId="{9F4FF13B-CE1C-4F26-B58F-2B3AB5DAC938}">
      <dgm:prSet/>
      <dgm:spPr/>
      <dgm:t>
        <a:bodyPr/>
        <a:lstStyle/>
        <a:p>
          <a:endParaRPr lang="en-US"/>
        </a:p>
      </dgm:t>
    </dgm:pt>
    <dgm:pt modelId="{94296F8D-C344-4A6D-A2A8-4595894E40EB}">
      <dgm:prSet/>
      <dgm:spPr/>
      <dgm:t>
        <a:bodyPr/>
        <a:lstStyle/>
        <a:p>
          <a:r>
            <a:rPr lang="en-US"/>
            <a:t>Moses</a:t>
          </a:r>
        </a:p>
      </dgm:t>
    </dgm:pt>
    <dgm:pt modelId="{18951503-9DC4-40EC-9EAF-B888C2F47394}" type="sibTrans" cxnId="{E7E88832-0146-4492-B480-1DADFDBE6182}">
      <dgm:prSet/>
      <dgm:spPr/>
      <dgm:t>
        <a:bodyPr/>
        <a:lstStyle/>
        <a:p>
          <a:endParaRPr lang="en-US"/>
        </a:p>
      </dgm:t>
    </dgm:pt>
    <dgm:pt modelId="{29B9BD80-E71D-46F0-8BD0-02C3FF5BA385}" type="parTrans" cxnId="{E7E88832-0146-4492-B480-1DADFDBE6182}">
      <dgm:prSet/>
      <dgm:spPr/>
      <dgm:t>
        <a:bodyPr/>
        <a:lstStyle/>
        <a:p>
          <a:endParaRPr lang="en-US"/>
        </a:p>
      </dgm:t>
    </dgm:pt>
    <dgm:pt modelId="{6FE826A6-8E4D-425D-A8D7-FDD1EAA644B0}">
      <dgm:prSet/>
      <dgm:spPr/>
      <dgm:t>
        <a:bodyPr/>
        <a:lstStyle/>
        <a:p>
          <a:r>
            <a:rPr lang="en-US"/>
            <a:t>Worship</a:t>
          </a:r>
        </a:p>
      </dgm:t>
    </dgm:pt>
    <dgm:pt modelId="{FD449608-AD52-414E-8327-F6421026092E}" type="parTrans" cxnId="{C926BB9E-BAF5-4FB2-9BB9-8A6C83BD3FA3}">
      <dgm:prSet/>
      <dgm:spPr/>
    </dgm:pt>
    <dgm:pt modelId="{DF44B059-792C-4BBC-B53C-15B32F0F8B3C}" type="sibTrans" cxnId="{C926BB9E-BAF5-4FB2-9BB9-8A6C83BD3FA3}">
      <dgm:prSet/>
      <dgm:spPr/>
    </dgm:pt>
    <dgm:pt modelId="{BFB1AFF5-E90D-41B8-A738-E0E370E68D34}" type="pres">
      <dgm:prSet presAssocID="{14CE397D-51B1-4ED5-85CE-5AD83AA6EF84}" presName="linear" presStyleCnt="0">
        <dgm:presLayoutVars>
          <dgm:animLvl val="lvl"/>
          <dgm:resizeHandles val="exact"/>
        </dgm:presLayoutVars>
      </dgm:prSet>
      <dgm:spPr/>
    </dgm:pt>
    <dgm:pt modelId="{23DE8920-D9F7-43D1-8239-F43BCF65EB5A}" type="pres">
      <dgm:prSet presAssocID="{4C796F44-F20D-4BDB-AF9C-BDA24923D298}" presName="parentText" presStyleLbl="node1" presStyleIdx="0" presStyleCnt="6">
        <dgm:presLayoutVars>
          <dgm:chMax val="0"/>
          <dgm:bulletEnabled val="1"/>
        </dgm:presLayoutVars>
      </dgm:prSet>
      <dgm:spPr/>
    </dgm:pt>
    <dgm:pt modelId="{B196F14A-0B62-4DB4-B2A8-0E751B1AB735}" type="pres">
      <dgm:prSet presAssocID="{58621832-E525-42CB-8E81-1B1A5BBEAE5A}" presName="spacer" presStyleCnt="0"/>
      <dgm:spPr/>
    </dgm:pt>
    <dgm:pt modelId="{F9AFBE2B-9783-44F0-90E4-CAA3F67A1FD3}" type="pres">
      <dgm:prSet presAssocID="{94296F8D-C344-4A6D-A2A8-4595894E40EB}" presName="parentText" presStyleLbl="node1" presStyleIdx="1" presStyleCnt="6">
        <dgm:presLayoutVars>
          <dgm:chMax val="0"/>
          <dgm:bulletEnabled val="1"/>
        </dgm:presLayoutVars>
      </dgm:prSet>
      <dgm:spPr/>
    </dgm:pt>
    <dgm:pt modelId="{633FF591-0768-42CD-8F73-912D6B3D6E9D}" type="pres">
      <dgm:prSet presAssocID="{18951503-9DC4-40EC-9EAF-B888C2F47394}" presName="spacer" presStyleCnt="0"/>
      <dgm:spPr/>
    </dgm:pt>
    <dgm:pt modelId="{15013404-5E3C-4FE7-BC10-76F78508B491}" type="pres">
      <dgm:prSet presAssocID="{F5029E95-94BE-4DB7-A89A-B68EEEE1E53F}" presName="parentText" presStyleLbl="node1" presStyleIdx="2" presStyleCnt="6">
        <dgm:presLayoutVars>
          <dgm:chMax val="0"/>
          <dgm:bulletEnabled val="1"/>
        </dgm:presLayoutVars>
      </dgm:prSet>
      <dgm:spPr/>
    </dgm:pt>
    <dgm:pt modelId="{C056CF5C-650E-47D7-9ECB-8F6FC89D9B18}" type="pres">
      <dgm:prSet presAssocID="{D1B2CA4C-5436-426E-80E5-B9D35054C37D}" presName="spacer" presStyleCnt="0"/>
      <dgm:spPr/>
    </dgm:pt>
    <dgm:pt modelId="{18DD48FD-4336-4861-A9F6-BC8C38943F42}" type="pres">
      <dgm:prSet presAssocID="{6FE826A6-8E4D-425D-A8D7-FDD1EAA644B0}" presName="parentText" presStyleLbl="node1" presStyleIdx="3" presStyleCnt="6">
        <dgm:presLayoutVars>
          <dgm:chMax val="0"/>
          <dgm:bulletEnabled val="1"/>
        </dgm:presLayoutVars>
      </dgm:prSet>
      <dgm:spPr/>
    </dgm:pt>
    <dgm:pt modelId="{5CEF765B-74C7-4022-B328-4B5D412B68FA}" type="pres">
      <dgm:prSet presAssocID="{DF44B059-792C-4BBC-B53C-15B32F0F8B3C}" presName="spacer" presStyleCnt="0"/>
      <dgm:spPr/>
    </dgm:pt>
    <dgm:pt modelId="{C02C1046-9F7D-4211-A1DC-A7E0D4CD29DA}" type="pres">
      <dgm:prSet presAssocID="{232148F6-B7C8-4FF6-AB36-5920CA7E17E4}" presName="parentText" presStyleLbl="node1" presStyleIdx="4" presStyleCnt="6">
        <dgm:presLayoutVars>
          <dgm:chMax val="0"/>
          <dgm:bulletEnabled val="1"/>
        </dgm:presLayoutVars>
      </dgm:prSet>
      <dgm:spPr/>
    </dgm:pt>
    <dgm:pt modelId="{3BAEE392-7CD5-47CB-9D0D-D13AB2C044E3}" type="pres">
      <dgm:prSet presAssocID="{4F58C8F9-DA5B-44F8-8435-9A5D20C140F0}" presName="spacer" presStyleCnt="0"/>
      <dgm:spPr/>
    </dgm:pt>
    <dgm:pt modelId="{3DB66E5B-2F7A-44B5-9B60-FFE0196EAF28}" type="pres">
      <dgm:prSet presAssocID="{76E0F49C-4424-48CD-A5AF-CE9E93F8F4F9}" presName="parentText" presStyleLbl="node1" presStyleIdx="5" presStyleCnt="6">
        <dgm:presLayoutVars>
          <dgm:chMax val="0"/>
          <dgm:bulletEnabled val="1"/>
        </dgm:presLayoutVars>
      </dgm:prSet>
      <dgm:spPr/>
    </dgm:pt>
  </dgm:ptLst>
  <dgm:cxnLst>
    <dgm:cxn modelId="{D8135202-F01B-4ED3-A675-8E1FD262D691}" type="presOf" srcId="{232148F6-B7C8-4FF6-AB36-5920CA7E17E4}" destId="{C02C1046-9F7D-4211-A1DC-A7E0D4CD29DA}" srcOrd="0" destOrd="0" presId="urn:microsoft.com/office/officeart/2005/8/layout/vList2"/>
    <dgm:cxn modelId="{F21FFA27-973D-479E-8B36-459D1303C9DE}" type="presOf" srcId="{6FE826A6-8E4D-425D-A8D7-FDD1EAA644B0}" destId="{18DD48FD-4336-4861-A9F6-BC8C38943F42}" srcOrd="0" destOrd="0" presId="urn:microsoft.com/office/officeart/2005/8/layout/vList2"/>
    <dgm:cxn modelId="{E7E88832-0146-4492-B480-1DADFDBE6182}" srcId="{14CE397D-51B1-4ED5-85CE-5AD83AA6EF84}" destId="{94296F8D-C344-4A6D-A2A8-4595894E40EB}" srcOrd="1" destOrd="0" parTransId="{29B9BD80-E71D-46F0-8BD0-02C3FF5BA385}" sibTransId="{18951503-9DC4-40EC-9EAF-B888C2F47394}"/>
    <dgm:cxn modelId="{9F4FF13B-CE1C-4F26-B58F-2B3AB5DAC938}" srcId="{14CE397D-51B1-4ED5-85CE-5AD83AA6EF84}" destId="{76E0F49C-4424-48CD-A5AF-CE9E93F8F4F9}" srcOrd="5" destOrd="0" parTransId="{3AFE73A5-9E46-469F-B651-85BCE5831260}" sibTransId="{0C270862-5D7E-4B58-870F-3C858A48E17D}"/>
    <dgm:cxn modelId="{89696A4B-56E7-4A13-9987-10DA0B281B51}" type="presOf" srcId="{94296F8D-C344-4A6D-A2A8-4595894E40EB}" destId="{F9AFBE2B-9783-44F0-90E4-CAA3F67A1FD3}" srcOrd="0" destOrd="0" presId="urn:microsoft.com/office/officeart/2005/8/layout/vList2"/>
    <dgm:cxn modelId="{3FEB4A79-599C-4C93-B74F-2E1938C77BC2}" type="presOf" srcId="{4C796F44-F20D-4BDB-AF9C-BDA24923D298}" destId="{23DE8920-D9F7-43D1-8239-F43BCF65EB5A}" srcOrd="0" destOrd="0" presId="urn:microsoft.com/office/officeart/2005/8/layout/vList2"/>
    <dgm:cxn modelId="{A3C2687E-18B1-408D-926F-7BEACD364A04}" type="presOf" srcId="{14CE397D-51B1-4ED5-85CE-5AD83AA6EF84}" destId="{BFB1AFF5-E90D-41B8-A738-E0E370E68D34}" srcOrd="0" destOrd="0" presId="urn:microsoft.com/office/officeart/2005/8/layout/vList2"/>
    <dgm:cxn modelId="{A6DBDE84-04ED-4AAE-8A27-33CCBA5498A8}" type="presOf" srcId="{F5029E95-94BE-4DB7-A89A-B68EEEE1E53F}" destId="{15013404-5E3C-4FE7-BC10-76F78508B491}" srcOrd="0" destOrd="0" presId="urn:microsoft.com/office/officeart/2005/8/layout/vList2"/>
    <dgm:cxn modelId="{AB4D398B-D6AE-4275-9A33-AED1E3F5A97C}" srcId="{14CE397D-51B1-4ED5-85CE-5AD83AA6EF84}" destId="{4C796F44-F20D-4BDB-AF9C-BDA24923D298}" srcOrd="0" destOrd="0" parTransId="{2CBAAEB3-F243-41AF-90AB-B7299CEEB6F8}" sibTransId="{58621832-E525-42CB-8E81-1B1A5BBEAE5A}"/>
    <dgm:cxn modelId="{C926BB9E-BAF5-4FB2-9BB9-8A6C83BD3FA3}" srcId="{14CE397D-51B1-4ED5-85CE-5AD83AA6EF84}" destId="{6FE826A6-8E4D-425D-A8D7-FDD1EAA644B0}" srcOrd="3" destOrd="0" parTransId="{FD449608-AD52-414E-8327-F6421026092E}" sibTransId="{DF44B059-792C-4BBC-B53C-15B32F0F8B3C}"/>
    <dgm:cxn modelId="{17DB33B1-0C44-42FB-9361-AF6A7E039F31}" type="presOf" srcId="{76E0F49C-4424-48CD-A5AF-CE9E93F8F4F9}" destId="{3DB66E5B-2F7A-44B5-9B60-FFE0196EAF28}" srcOrd="0" destOrd="0" presId="urn:microsoft.com/office/officeart/2005/8/layout/vList2"/>
    <dgm:cxn modelId="{45B4B3EF-D49F-4164-84B4-84BCAA8E9C3C}" srcId="{14CE397D-51B1-4ED5-85CE-5AD83AA6EF84}" destId="{232148F6-B7C8-4FF6-AB36-5920CA7E17E4}" srcOrd="4" destOrd="0" parTransId="{CE6BB9E4-8BBA-4980-85D0-7BC2AA9721FC}" sibTransId="{4F58C8F9-DA5B-44F8-8435-9A5D20C140F0}"/>
    <dgm:cxn modelId="{A2EC15F0-5FFB-42BA-9D6A-21CCFCC3374B}" srcId="{14CE397D-51B1-4ED5-85CE-5AD83AA6EF84}" destId="{F5029E95-94BE-4DB7-A89A-B68EEEE1E53F}" srcOrd="2" destOrd="0" parTransId="{09E274EB-3CE5-4BC9-95A8-0CC787CEBA21}" sibTransId="{D1B2CA4C-5436-426E-80E5-B9D35054C37D}"/>
    <dgm:cxn modelId="{3A753520-AE1F-495F-83FF-F71BA26F44D6}" type="presParOf" srcId="{BFB1AFF5-E90D-41B8-A738-E0E370E68D34}" destId="{23DE8920-D9F7-43D1-8239-F43BCF65EB5A}" srcOrd="0" destOrd="0" presId="urn:microsoft.com/office/officeart/2005/8/layout/vList2"/>
    <dgm:cxn modelId="{0D87C598-8542-41CA-A0B6-AF12596FFF3D}" type="presParOf" srcId="{BFB1AFF5-E90D-41B8-A738-E0E370E68D34}" destId="{B196F14A-0B62-4DB4-B2A8-0E751B1AB735}" srcOrd="1" destOrd="0" presId="urn:microsoft.com/office/officeart/2005/8/layout/vList2"/>
    <dgm:cxn modelId="{A5A8A01D-483E-4C5C-94F9-1E7308A8A966}" type="presParOf" srcId="{BFB1AFF5-E90D-41B8-A738-E0E370E68D34}" destId="{F9AFBE2B-9783-44F0-90E4-CAA3F67A1FD3}" srcOrd="2" destOrd="0" presId="urn:microsoft.com/office/officeart/2005/8/layout/vList2"/>
    <dgm:cxn modelId="{D2EA7987-CF52-43A1-A18E-7C6FCE85E88B}" type="presParOf" srcId="{BFB1AFF5-E90D-41B8-A738-E0E370E68D34}" destId="{633FF591-0768-42CD-8F73-912D6B3D6E9D}" srcOrd="3" destOrd="0" presId="urn:microsoft.com/office/officeart/2005/8/layout/vList2"/>
    <dgm:cxn modelId="{ED8B883B-F768-4714-A35A-A16138496268}" type="presParOf" srcId="{BFB1AFF5-E90D-41B8-A738-E0E370E68D34}" destId="{15013404-5E3C-4FE7-BC10-76F78508B491}" srcOrd="4" destOrd="0" presId="urn:microsoft.com/office/officeart/2005/8/layout/vList2"/>
    <dgm:cxn modelId="{1BA7113C-7FA1-4840-B757-4E3740B32C83}" type="presParOf" srcId="{BFB1AFF5-E90D-41B8-A738-E0E370E68D34}" destId="{C056CF5C-650E-47D7-9ECB-8F6FC89D9B18}" srcOrd="5" destOrd="0" presId="urn:microsoft.com/office/officeart/2005/8/layout/vList2"/>
    <dgm:cxn modelId="{C931A594-0EAD-4268-ABA3-B1A8E7304890}" type="presParOf" srcId="{BFB1AFF5-E90D-41B8-A738-E0E370E68D34}" destId="{18DD48FD-4336-4861-A9F6-BC8C38943F42}" srcOrd="6" destOrd="0" presId="urn:microsoft.com/office/officeart/2005/8/layout/vList2"/>
    <dgm:cxn modelId="{47AA9CCC-5C38-4EB9-8210-17D5C4F57B53}" type="presParOf" srcId="{BFB1AFF5-E90D-41B8-A738-E0E370E68D34}" destId="{5CEF765B-74C7-4022-B328-4B5D412B68FA}" srcOrd="7" destOrd="0" presId="urn:microsoft.com/office/officeart/2005/8/layout/vList2"/>
    <dgm:cxn modelId="{3A1AC702-629C-4136-84C5-4171DE5803C2}" type="presParOf" srcId="{BFB1AFF5-E90D-41B8-A738-E0E370E68D34}" destId="{C02C1046-9F7D-4211-A1DC-A7E0D4CD29DA}" srcOrd="8" destOrd="0" presId="urn:microsoft.com/office/officeart/2005/8/layout/vList2"/>
    <dgm:cxn modelId="{F68E2D28-6C81-4D16-8CB7-095B7B96F804}" type="presParOf" srcId="{BFB1AFF5-E90D-41B8-A738-E0E370E68D34}" destId="{3BAEE392-7CD5-47CB-9D0D-D13AB2C044E3}" srcOrd="9" destOrd="0" presId="urn:microsoft.com/office/officeart/2005/8/layout/vList2"/>
    <dgm:cxn modelId="{CF7E7174-8F89-4B3C-AD0A-083A5F907078}" type="presParOf" srcId="{BFB1AFF5-E90D-41B8-A738-E0E370E68D34}" destId="{3DB66E5B-2F7A-44B5-9B60-FFE0196EAF28}" srcOrd="10"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14CE397D-51B1-4ED5-85CE-5AD83AA6EF84}" type="doc">
      <dgm:prSet loTypeId="urn:microsoft.com/office/officeart/2005/8/layout/vList2" loCatId="list" qsTypeId="urn:microsoft.com/office/officeart/2005/8/quickstyle/simple1" qsCatId="simple" csTypeId="urn:microsoft.com/office/officeart/2005/8/colors/colorful2" csCatId="colorful" phldr="1"/>
      <dgm:spPr/>
      <dgm:t>
        <a:bodyPr/>
        <a:lstStyle/>
        <a:p>
          <a:endParaRPr lang="en-US"/>
        </a:p>
      </dgm:t>
    </dgm:pt>
    <dgm:pt modelId="{232148F6-B7C8-4FF6-AB36-5920CA7E17E4}">
      <dgm:prSet/>
      <dgm:spPr/>
      <dgm:t>
        <a:bodyPr/>
        <a:lstStyle/>
        <a:p>
          <a:r>
            <a:rPr lang="en-US"/>
            <a:t>The Resurrection</a:t>
          </a:r>
        </a:p>
      </dgm:t>
    </dgm:pt>
    <dgm:pt modelId="{4F58C8F9-DA5B-44F8-8435-9A5D20C140F0}" type="sibTrans" cxnId="{45B4B3EF-D49F-4164-84B4-84BCAA8E9C3C}">
      <dgm:prSet/>
      <dgm:spPr/>
      <dgm:t>
        <a:bodyPr/>
        <a:lstStyle/>
        <a:p>
          <a:endParaRPr lang="en-US"/>
        </a:p>
      </dgm:t>
    </dgm:pt>
    <dgm:pt modelId="{CE6BB9E4-8BBA-4980-85D0-7BC2AA9721FC}" type="parTrans" cxnId="{45B4B3EF-D49F-4164-84B4-84BCAA8E9C3C}">
      <dgm:prSet/>
      <dgm:spPr/>
      <dgm:t>
        <a:bodyPr/>
        <a:lstStyle/>
        <a:p>
          <a:endParaRPr lang="en-US"/>
        </a:p>
      </dgm:t>
    </dgm:pt>
    <dgm:pt modelId="{F5029E95-94BE-4DB7-A89A-B68EEEE1E53F}">
      <dgm:prSet/>
      <dgm:spPr/>
      <dgm:t>
        <a:bodyPr/>
        <a:lstStyle/>
        <a:p>
          <a:r>
            <a:rPr lang="en-US"/>
            <a:t>Sin, Sacrifice &amp; Salvation</a:t>
          </a:r>
        </a:p>
      </dgm:t>
    </dgm:pt>
    <dgm:pt modelId="{D1B2CA4C-5436-426E-80E5-B9D35054C37D}" type="sibTrans" cxnId="{A2EC15F0-5FFB-42BA-9D6A-21CCFCC3374B}">
      <dgm:prSet/>
      <dgm:spPr/>
      <dgm:t>
        <a:bodyPr/>
        <a:lstStyle/>
        <a:p>
          <a:endParaRPr lang="en-US"/>
        </a:p>
      </dgm:t>
    </dgm:pt>
    <dgm:pt modelId="{09E274EB-3CE5-4BC9-95A8-0CC787CEBA21}" type="parTrans" cxnId="{A2EC15F0-5FFB-42BA-9D6A-21CCFCC3374B}">
      <dgm:prSet/>
      <dgm:spPr/>
      <dgm:t>
        <a:bodyPr/>
        <a:lstStyle/>
        <a:p>
          <a:endParaRPr lang="en-US"/>
        </a:p>
      </dgm:t>
    </dgm:pt>
    <dgm:pt modelId="{76E0F49C-4424-48CD-A5AF-CE9E93F8F4F9}">
      <dgm:prSet/>
      <dgm:spPr/>
      <dgm:t>
        <a:bodyPr/>
        <a:lstStyle/>
        <a:p>
          <a:r>
            <a:rPr lang="en-US"/>
            <a:t>Constantine’s conversion</a:t>
          </a:r>
        </a:p>
      </dgm:t>
    </dgm:pt>
    <dgm:pt modelId="{0C270862-5D7E-4B58-870F-3C858A48E17D}" type="sibTrans" cxnId="{9F4FF13B-CE1C-4F26-B58F-2B3AB5DAC938}">
      <dgm:prSet/>
      <dgm:spPr/>
      <dgm:t>
        <a:bodyPr/>
        <a:lstStyle/>
        <a:p>
          <a:endParaRPr lang="en-US"/>
        </a:p>
      </dgm:t>
    </dgm:pt>
    <dgm:pt modelId="{3AFE73A5-9E46-469F-B651-85BCE5831260}" type="parTrans" cxnId="{9F4FF13B-CE1C-4F26-B58F-2B3AB5DAC938}">
      <dgm:prSet/>
      <dgm:spPr/>
      <dgm:t>
        <a:bodyPr/>
        <a:lstStyle/>
        <a:p>
          <a:endParaRPr lang="en-US"/>
        </a:p>
      </dgm:t>
    </dgm:pt>
    <dgm:pt modelId="{94296F8D-C344-4A6D-A2A8-4595894E40EB}">
      <dgm:prSet/>
      <dgm:spPr/>
      <dgm:t>
        <a:bodyPr/>
        <a:lstStyle/>
        <a:p>
          <a:r>
            <a:rPr lang="en-US"/>
            <a:t>The Trinity</a:t>
          </a:r>
        </a:p>
      </dgm:t>
    </dgm:pt>
    <dgm:pt modelId="{18951503-9DC4-40EC-9EAF-B888C2F47394}" type="sibTrans" cxnId="{E7E88832-0146-4492-B480-1DADFDBE6182}">
      <dgm:prSet/>
      <dgm:spPr/>
      <dgm:t>
        <a:bodyPr/>
        <a:lstStyle/>
        <a:p>
          <a:endParaRPr lang="en-US"/>
        </a:p>
      </dgm:t>
    </dgm:pt>
    <dgm:pt modelId="{29B9BD80-E71D-46F0-8BD0-02C3FF5BA385}" type="parTrans" cxnId="{E7E88832-0146-4492-B480-1DADFDBE6182}">
      <dgm:prSet/>
      <dgm:spPr/>
      <dgm:t>
        <a:bodyPr/>
        <a:lstStyle/>
        <a:p>
          <a:endParaRPr lang="en-US"/>
        </a:p>
      </dgm:t>
    </dgm:pt>
    <dgm:pt modelId="{38B0B318-00D0-47B5-8FC4-3F278A9B2B9C}">
      <dgm:prSet/>
      <dgm:spPr/>
      <dgm:t>
        <a:bodyPr/>
        <a:lstStyle/>
        <a:p>
          <a:r>
            <a:rPr lang="en-US"/>
            <a:t>Key events in the history of Christianity e.g. St Peter and St Paul, Roman persecution, The Great Schism, The Reformation</a:t>
          </a:r>
        </a:p>
      </dgm:t>
    </dgm:pt>
    <dgm:pt modelId="{CF78173E-9E91-452B-93AC-5E24D03746BA}" type="parTrans" cxnId="{D7B47647-D089-4E73-86A9-76A0BAEACAE6}">
      <dgm:prSet/>
      <dgm:spPr/>
      <dgm:t>
        <a:bodyPr/>
        <a:lstStyle/>
        <a:p>
          <a:endParaRPr lang="en-GB"/>
        </a:p>
      </dgm:t>
    </dgm:pt>
    <dgm:pt modelId="{B66870C1-6296-4298-8AD5-DB27FB76A149}" type="sibTrans" cxnId="{D7B47647-D089-4E73-86A9-76A0BAEACAE6}">
      <dgm:prSet/>
      <dgm:spPr/>
      <dgm:t>
        <a:bodyPr/>
        <a:lstStyle/>
        <a:p>
          <a:endParaRPr lang="en-GB"/>
        </a:p>
      </dgm:t>
    </dgm:pt>
    <dgm:pt modelId="{4C796F44-F20D-4BDB-AF9C-BDA24923D298}">
      <dgm:prSet/>
      <dgm:spPr/>
      <dgm:t>
        <a:bodyPr/>
        <a:lstStyle/>
        <a:p>
          <a:r>
            <a:rPr lang="en-US"/>
            <a:t>What was Jesus like – Jesus’ opponents</a:t>
          </a:r>
        </a:p>
      </dgm:t>
    </dgm:pt>
    <dgm:pt modelId="{58621832-E525-42CB-8E81-1B1A5BBEAE5A}" type="sibTrans" cxnId="{AB4D398B-D6AE-4275-9A33-AED1E3F5A97C}">
      <dgm:prSet/>
      <dgm:spPr/>
      <dgm:t>
        <a:bodyPr/>
        <a:lstStyle/>
        <a:p>
          <a:endParaRPr lang="en-US"/>
        </a:p>
      </dgm:t>
    </dgm:pt>
    <dgm:pt modelId="{2CBAAEB3-F243-41AF-90AB-B7299CEEB6F8}" type="parTrans" cxnId="{AB4D398B-D6AE-4275-9A33-AED1E3F5A97C}">
      <dgm:prSet/>
      <dgm:spPr/>
      <dgm:t>
        <a:bodyPr/>
        <a:lstStyle/>
        <a:p>
          <a:endParaRPr lang="en-US"/>
        </a:p>
      </dgm:t>
    </dgm:pt>
    <dgm:pt modelId="{BFB1AFF5-E90D-41B8-A738-E0E370E68D34}" type="pres">
      <dgm:prSet presAssocID="{14CE397D-51B1-4ED5-85CE-5AD83AA6EF84}" presName="linear" presStyleCnt="0">
        <dgm:presLayoutVars>
          <dgm:animLvl val="lvl"/>
          <dgm:resizeHandles val="exact"/>
        </dgm:presLayoutVars>
      </dgm:prSet>
      <dgm:spPr/>
    </dgm:pt>
    <dgm:pt modelId="{F9AFBE2B-9783-44F0-90E4-CAA3F67A1FD3}" type="pres">
      <dgm:prSet presAssocID="{94296F8D-C344-4A6D-A2A8-4595894E40EB}" presName="parentText" presStyleLbl="node1" presStyleIdx="0" presStyleCnt="6">
        <dgm:presLayoutVars>
          <dgm:chMax val="0"/>
          <dgm:bulletEnabled val="1"/>
        </dgm:presLayoutVars>
      </dgm:prSet>
      <dgm:spPr/>
    </dgm:pt>
    <dgm:pt modelId="{633FF591-0768-42CD-8F73-912D6B3D6E9D}" type="pres">
      <dgm:prSet presAssocID="{18951503-9DC4-40EC-9EAF-B888C2F47394}" presName="spacer" presStyleCnt="0"/>
      <dgm:spPr/>
    </dgm:pt>
    <dgm:pt modelId="{23DE8920-D9F7-43D1-8239-F43BCF65EB5A}" type="pres">
      <dgm:prSet presAssocID="{4C796F44-F20D-4BDB-AF9C-BDA24923D298}" presName="parentText" presStyleLbl="node1" presStyleIdx="1" presStyleCnt="6">
        <dgm:presLayoutVars>
          <dgm:chMax val="0"/>
          <dgm:bulletEnabled val="1"/>
        </dgm:presLayoutVars>
      </dgm:prSet>
      <dgm:spPr/>
    </dgm:pt>
    <dgm:pt modelId="{B196F14A-0B62-4DB4-B2A8-0E751B1AB735}" type="pres">
      <dgm:prSet presAssocID="{58621832-E525-42CB-8E81-1B1A5BBEAE5A}" presName="spacer" presStyleCnt="0"/>
      <dgm:spPr/>
    </dgm:pt>
    <dgm:pt modelId="{15013404-5E3C-4FE7-BC10-76F78508B491}" type="pres">
      <dgm:prSet presAssocID="{F5029E95-94BE-4DB7-A89A-B68EEEE1E53F}" presName="parentText" presStyleLbl="node1" presStyleIdx="2" presStyleCnt="6">
        <dgm:presLayoutVars>
          <dgm:chMax val="0"/>
          <dgm:bulletEnabled val="1"/>
        </dgm:presLayoutVars>
      </dgm:prSet>
      <dgm:spPr/>
    </dgm:pt>
    <dgm:pt modelId="{C056CF5C-650E-47D7-9ECB-8F6FC89D9B18}" type="pres">
      <dgm:prSet presAssocID="{D1B2CA4C-5436-426E-80E5-B9D35054C37D}" presName="spacer" presStyleCnt="0"/>
      <dgm:spPr/>
    </dgm:pt>
    <dgm:pt modelId="{C02C1046-9F7D-4211-A1DC-A7E0D4CD29DA}" type="pres">
      <dgm:prSet presAssocID="{232148F6-B7C8-4FF6-AB36-5920CA7E17E4}" presName="parentText" presStyleLbl="node1" presStyleIdx="3" presStyleCnt="6">
        <dgm:presLayoutVars>
          <dgm:chMax val="0"/>
          <dgm:bulletEnabled val="1"/>
        </dgm:presLayoutVars>
      </dgm:prSet>
      <dgm:spPr/>
    </dgm:pt>
    <dgm:pt modelId="{3BAEE392-7CD5-47CB-9D0D-D13AB2C044E3}" type="pres">
      <dgm:prSet presAssocID="{4F58C8F9-DA5B-44F8-8435-9A5D20C140F0}" presName="spacer" presStyleCnt="0"/>
      <dgm:spPr/>
    </dgm:pt>
    <dgm:pt modelId="{3DB66E5B-2F7A-44B5-9B60-FFE0196EAF28}" type="pres">
      <dgm:prSet presAssocID="{76E0F49C-4424-48CD-A5AF-CE9E93F8F4F9}" presName="parentText" presStyleLbl="node1" presStyleIdx="4" presStyleCnt="6">
        <dgm:presLayoutVars>
          <dgm:chMax val="0"/>
          <dgm:bulletEnabled val="1"/>
        </dgm:presLayoutVars>
      </dgm:prSet>
      <dgm:spPr/>
    </dgm:pt>
    <dgm:pt modelId="{037158FC-7BA1-474E-811E-F37ECD8019D6}" type="pres">
      <dgm:prSet presAssocID="{0C270862-5D7E-4B58-870F-3C858A48E17D}" presName="spacer" presStyleCnt="0"/>
      <dgm:spPr/>
    </dgm:pt>
    <dgm:pt modelId="{66DB313B-9B49-45A7-B10B-955FCE8CD8AE}" type="pres">
      <dgm:prSet presAssocID="{38B0B318-00D0-47B5-8FC4-3F278A9B2B9C}" presName="parentText" presStyleLbl="node1" presStyleIdx="5" presStyleCnt="6">
        <dgm:presLayoutVars>
          <dgm:chMax val="0"/>
          <dgm:bulletEnabled val="1"/>
        </dgm:presLayoutVars>
      </dgm:prSet>
      <dgm:spPr/>
    </dgm:pt>
  </dgm:ptLst>
  <dgm:cxnLst>
    <dgm:cxn modelId="{C766772C-CAD6-4061-B561-FBE77CC173EF}" type="presOf" srcId="{14CE397D-51B1-4ED5-85CE-5AD83AA6EF84}" destId="{BFB1AFF5-E90D-41B8-A738-E0E370E68D34}" srcOrd="0" destOrd="0" presId="urn:microsoft.com/office/officeart/2005/8/layout/vList2"/>
    <dgm:cxn modelId="{E7E88832-0146-4492-B480-1DADFDBE6182}" srcId="{14CE397D-51B1-4ED5-85CE-5AD83AA6EF84}" destId="{94296F8D-C344-4A6D-A2A8-4595894E40EB}" srcOrd="0" destOrd="0" parTransId="{29B9BD80-E71D-46F0-8BD0-02C3FF5BA385}" sibTransId="{18951503-9DC4-40EC-9EAF-B888C2F47394}"/>
    <dgm:cxn modelId="{1B793A33-58B5-4C7B-92F3-E2ECA1B432C5}" type="presOf" srcId="{232148F6-B7C8-4FF6-AB36-5920CA7E17E4}" destId="{C02C1046-9F7D-4211-A1DC-A7E0D4CD29DA}" srcOrd="0" destOrd="0" presId="urn:microsoft.com/office/officeart/2005/8/layout/vList2"/>
    <dgm:cxn modelId="{9F4FF13B-CE1C-4F26-B58F-2B3AB5DAC938}" srcId="{14CE397D-51B1-4ED5-85CE-5AD83AA6EF84}" destId="{76E0F49C-4424-48CD-A5AF-CE9E93F8F4F9}" srcOrd="4" destOrd="0" parTransId="{3AFE73A5-9E46-469F-B651-85BCE5831260}" sibTransId="{0C270862-5D7E-4B58-870F-3C858A48E17D}"/>
    <dgm:cxn modelId="{D7B47647-D089-4E73-86A9-76A0BAEACAE6}" srcId="{14CE397D-51B1-4ED5-85CE-5AD83AA6EF84}" destId="{38B0B318-00D0-47B5-8FC4-3F278A9B2B9C}" srcOrd="5" destOrd="0" parTransId="{CF78173E-9E91-452B-93AC-5E24D03746BA}" sibTransId="{B66870C1-6296-4298-8AD5-DB27FB76A149}"/>
    <dgm:cxn modelId="{D704767A-198C-4F37-A83D-DE4DF7EDDB6C}" type="presOf" srcId="{76E0F49C-4424-48CD-A5AF-CE9E93F8F4F9}" destId="{3DB66E5B-2F7A-44B5-9B60-FFE0196EAF28}" srcOrd="0" destOrd="0" presId="urn:microsoft.com/office/officeart/2005/8/layout/vList2"/>
    <dgm:cxn modelId="{3B86F98A-DB20-4C4C-A268-2B072A04F86E}" type="presOf" srcId="{94296F8D-C344-4A6D-A2A8-4595894E40EB}" destId="{F9AFBE2B-9783-44F0-90E4-CAA3F67A1FD3}" srcOrd="0" destOrd="0" presId="urn:microsoft.com/office/officeart/2005/8/layout/vList2"/>
    <dgm:cxn modelId="{AB4D398B-D6AE-4275-9A33-AED1E3F5A97C}" srcId="{14CE397D-51B1-4ED5-85CE-5AD83AA6EF84}" destId="{4C796F44-F20D-4BDB-AF9C-BDA24923D298}" srcOrd="1" destOrd="0" parTransId="{2CBAAEB3-F243-41AF-90AB-B7299CEEB6F8}" sibTransId="{58621832-E525-42CB-8E81-1B1A5BBEAE5A}"/>
    <dgm:cxn modelId="{78B2ABB2-9C0E-4DE3-92A9-55368D86323B}" type="presOf" srcId="{38B0B318-00D0-47B5-8FC4-3F278A9B2B9C}" destId="{66DB313B-9B49-45A7-B10B-955FCE8CD8AE}" srcOrd="0" destOrd="0" presId="urn:microsoft.com/office/officeart/2005/8/layout/vList2"/>
    <dgm:cxn modelId="{7FC09DC9-42E6-4FE3-B48E-1D56FF7FAA43}" type="presOf" srcId="{F5029E95-94BE-4DB7-A89A-B68EEEE1E53F}" destId="{15013404-5E3C-4FE7-BC10-76F78508B491}" srcOrd="0" destOrd="0" presId="urn:microsoft.com/office/officeart/2005/8/layout/vList2"/>
    <dgm:cxn modelId="{8CE95FCE-6F87-4A9B-992B-2D5303AD047B}" type="presOf" srcId="{4C796F44-F20D-4BDB-AF9C-BDA24923D298}" destId="{23DE8920-D9F7-43D1-8239-F43BCF65EB5A}" srcOrd="0" destOrd="0" presId="urn:microsoft.com/office/officeart/2005/8/layout/vList2"/>
    <dgm:cxn modelId="{45B4B3EF-D49F-4164-84B4-84BCAA8E9C3C}" srcId="{14CE397D-51B1-4ED5-85CE-5AD83AA6EF84}" destId="{232148F6-B7C8-4FF6-AB36-5920CA7E17E4}" srcOrd="3" destOrd="0" parTransId="{CE6BB9E4-8BBA-4980-85D0-7BC2AA9721FC}" sibTransId="{4F58C8F9-DA5B-44F8-8435-9A5D20C140F0}"/>
    <dgm:cxn modelId="{A2EC15F0-5FFB-42BA-9D6A-21CCFCC3374B}" srcId="{14CE397D-51B1-4ED5-85CE-5AD83AA6EF84}" destId="{F5029E95-94BE-4DB7-A89A-B68EEEE1E53F}" srcOrd="2" destOrd="0" parTransId="{09E274EB-3CE5-4BC9-95A8-0CC787CEBA21}" sibTransId="{D1B2CA4C-5436-426E-80E5-B9D35054C37D}"/>
    <dgm:cxn modelId="{BC767D05-1FFD-4FA6-92B9-A097FA256C2E}" type="presParOf" srcId="{BFB1AFF5-E90D-41B8-A738-E0E370E68D34}" destId="{F9AFBE2B-9783-44F0-90E4-CAA3F67A1FD3}" srcOrd="0" destOrd="0" presId="urn:microsoft.com/office/officeart/2005/8/layout/vList2"/>
    <dgm:cxn modelId="{7D1FBB74-4099-430F-A69B-C797F1337CA7}" type="presParOf" srcId="{BFB1AFF5-E90D-41B8-A738-E0E370E68D34}" destId="{633FF591-0768-42CD-8F73-912D6B3D6E9D}" srcOrd="1" destOrd="0" presId="urn:microsoft.com/office/officeart/2005/8/layout/vList2"/>
    <dgm:cxn modelId="{1C60FA87-1637-490B-9BC7-8A6804404B1A}" type="presParOf" srcId="{BFB1AFF5-E90D-41B8-A738-E0E370E68D34}" destId="{23DE8920-D9F7-43D1-8239-F43BCF65EB5A}" srcOrd="2" destOrd="0" presId="urn:microsoft.com/office/officeart/2005/8/layout/vList2"/>
    <dgm:cxn modelId="{959B9BE3-BD6A-4E11-9FF0-9D5DE009D409}" type="presParOf" srcId="{BFB1AFF5-E90D-41B8-A738-E0E370E68D34}" destId="{B196F14A-0B62-4DB4-B2A8-0E751B1AB735}" srcOrd="3" destOrd="0" presId="urn:microsoft.com/office/officeart/2005/8/layout/vList2"/>
    <dgm:cxn modelId="{834ABDB0-7E14-4DA0-BECF-392B3DBB60E0}" type="presParOf" srcId="{BFB1AFF5-E90D-41B8-A738-E0E370E68D34}" destId="{15013404-5E3C-4FE7-BC10-76F78508B491}" srcOrd="4" destOrd="0" presId="urn:microsoft.com/office/officeart/2005/8/layout/vList2"/>
    <dgm:cxn modelId="{509B22E5-4A03-4958-A5D9-DE6F275C8F77}" type="presParOf" srcId="{BFB1AFF5-E90D-41B8-A738-E0E370E68D34}" destId="{C056CF5C-650E-47D7-9ECB-8F6FC89D9B18}" srcOrd="5" destOrd="0" presId="urn:microsoft.com/office/officeart/2005/8/layout/vList2"/>
    <dgm:cxn modelId="{9B92C96A-50E0-481E-B14F-5F03B285445E}" type="presParOf" srcId="{BFB1AFF5-E90D-41B8-A738-E0E370E68D34}" destId="{C02C1046-9F7D-4211-A1DC-A7E0D4CD29DA}" srcOrd="6" destOrd="0" presId="urn:microsoft.com/office/officeart/2005/8/layout/vList2"/>
    <dgm:cxn modelId="{9CC23E50-137F-43BB-8E4D-55941329CB44}" type="presParOf" srcId="{BFB1AFF5-E90D-41B8-A738-E0E370E68D34}" destId="{3BAEE392-7CD5-47CB-9D0D-D13AB2C044E3}" srcOrd="7" destOrd="0" presId="urn:microsoft.com/office/officeart/2005/8/layout/vList2"/>
    <dgm:cxn modelId="{E6407F13-97B8-4616-8389-448830D9A3E3}" type="presParOf" srcId="{BFB1AFF5-E90D-41B8-A738-E0E370E68D34}" destId="{3DB66E5B-2F7A-44B5-9B60-FFE0196EAF28}" srcOrd="8" destOrd="0" presId="urn:microsoft.com/office/officeart/2005/8/layout/vList2"/>
    <dgm:cxn modelId="{F8934F61-D35C-4909-A8C3-DD3C8FE078C7}" type="presParOf" srcId="{BFB1AFF5-E90D-41B8-A738-E0E370E68D34}" destId="{037158FC-7BA1-474E-811E-F37ECD8019D6}" srcOrd="9" destOrd="0" presId="urn:microsoft.com/office/officeart/2005/8/layout/vList2"/>
    <dgm:cxn modelId="{891CBA5C-2414-4853-B2DB-27652B359C56}" type="presParOf" srcId="{BFB1AFF5-E90D-41B8-A738-E0E370E68D34}" destId="{66DB313B-9B49-45A7-B10B-955FCE8CD8AE}" srcOrd="1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14CE397D-51B1-4ED5-85CE-5AD83AA6EF84}" type="doc">
      <dgm:prSet loTypeId="urn:microsoft.com/office/officeart/2005/8/layout/vList2" loCatId="list" qsTypeId="urn:microsoft.com/office/officeart/2005/8/quickstyle/simple1" qsCatId="simple" csTypeId="urn:microsoft.com/office/officeart/2005/8/colors/colorful2" csCatId="colorful" phldr="1"/>
      <dgm:spPr/>
      <dgm:t>
        <a:bodyPr/>
        <a:lstStyle/>
        <a:p>
          <a:endParaRPr lang="en-US"/>
        </a:p>
      </dgm:t>
    </dgm:pt>
    <dgm:pt modelId="{232148F6-B7C8-4FF6-AB36-5920CA7E17E4}">
      <dgm:prSet custT="1"/>
      <dgm:spPr/>
      <dgm:t>
        <a:bodyPr/>
        <a:lstStyle/>
        <a:p>
          <a:r>
            <a:rPr lang="en-US" sz="2800"/>
            <a:t>Rightly Guided Caliphs</a:t>
          </a:r>
        </a:p>
      </dgm:t>
    </dgm:pt>
    <dgm:pt modelId="{4F58C8F9-DA5B-44F8-8435-9A5D20C140F0}" type="sibTrans" cxnId="{45B4B3EF-D49F-4164-84B4-84BCAA8E9C3C}">
      <dgm:prSet/>
      <dgm:spPr/>
      <dgm:t>
        <a:bodyPr/>
        <a:lstStyle/>
        <a:p>
          <a:endParaRPr lang="en-US"/>
        </a:p>
      </dgm:t>
    </dgm:pt>
    <dgm:pt modelId="{CE6BB9E4-8BBA-4980-85D0-7BC2AA9721FC}" type="parTrans" cxnId="{45B4B3EF-D49F-4164-84B4-84BCAA8E9C3C}">
      <dgm:prSet/>
      <dgm:spPr/>
      <dgm:t>
        <a:bodyPr/>
        <a:lstStyle/>
        <a:p>
          <a:endParaRPr lang="en-US"/>
        </a:p>
      </dgm:t>
    </dgm:pt>
    <dgm:pt modelId="{94296F8D-C344-4A6D-A2A8-4595894E40EB}">
      <dgm:prSet custT="1"/>
      <dgm:spPr/>
      <dgm:t>
        <a:bodyPr/>
        <a:lstStyle/>
        <a:p>
          <a:r>
            <a:rPr lang="en-US" sz="2800"/>
            <a:t>The life of the prophet</a:t>
          </a:r>
        </a:p>
      </dgm:t>
    </dgm:pt>
    <dgm:pt modelId="{18951503-9DC4-40EC-9EAF-B888C2F47394}" type="sibTrans" cxnId="{E7E88832-0146-4492-B480-1DADFDBE6182}">
      <dgm:prSet/>
      <dgm:spPr/>
      <dgm:t>
        <a:bodyPr/>
        <a:lstStyle/>
        <a:p>
          <a:endParaRPr lang="en-US"/>
        </a:p>
      </dgm:t>
    </dgm:pt>
    <dgm:pt modelId="{29B9BD80-E71D-46F0-8BD0-02C3FF5BA385}" type="parTrans" cxnId="{E7E88832-0146-4492-B480-1DADFDBE6182}">
      <dgm:prSet/>
      <dgm:spPr/>
      <dgm:t>
        <a:bodyPr/>
        <a:lstStyle/>
        <a:p>
          <a:endParaRPr lang="en-US"/>
        </a:p>
      </dgm:t>
    </dgm:pt>
    <dgm:pt modelId="{4C796F44-F20D-4BDB-AF9C-BDA24923D298}">
      <dgm:prSet custT="1"/>
      <dgm:spPr/>
      <dgm:t>
        <a:bodyPr/>
        <a:lstStyle/>
        <a:p>
          <a:r>
            <a:rPr lang="en-US" sz="2800"/>
            <a:t>The Quran and Hadiths </a:t>
          </a:r>
        </a:p>
      </dgm:t>
    </dgm:pt>
    <dgm:pt modelId="{58621832-E525-42CB-8E81-1B1A5BBEAE5A}" type="sibTrans" cxnId="{AB4D398B-D6AE-4275-9A33-AED1E3F5A97C}">
      <dgm:prSet/>
      <dgm:spPr/>
      <dgm:t>
        <a:bodyPr/>
        <a:lstStyle/>
        <a:p>
          <a:endParaRPr lang="en-US"/>
        </a:p>
      </dgm:t>
    </dgm:pt>
    <dgm:pt modelId="{2CBAAEB3-F243-41AF-90AB-B7299CEEB6F8}" type="parTrans" cxnId="{AB4D398B-D6AE-4275-9A33-AED1E3F5A97C}">
      <dgm:prSet/>
      <dgm:spPr/>
      <dgm:t>
        <a:bodyPr/>
        <a:lstStyle/>
        <a:p>
          <a:endParaRPr lang="en-US"/>
        </a:p>
      </dgm:t>
    </dgm:pt>
    <dgm:pt modelId="{BFB1AFF5-E90D-41B8-A738-E0E370E68D34}" type="pres">
      <dgm:prSet presAssocID="{14CE397D-51B1-4ED5-85CE-5AD83AA6EF84}" presName="linear" presStyleCnt="0">
        <dgm:presLayoutVars>
          <dgm:animLvl val="lvl"/>
          <dgm:resizeHandles val="exact"/>
        </dgm:presLayoutVars>
      </dgm:prSet>
      <dgm:spPr/>
    </dgm:pt>
    <dgm:pt modelId="{F9AFBE2B-9783-44F0-90E4-CAA3F67A1FD3}" type="pres">
      <dgm:prSet presAssocID="{94296F8D-C344-4A6D-A2A8-4595894E40EB}" presName="parentText" presStyleLbl="node1" presStyleIdx="0" presStyleCnt="3">
        <dgm:presLayoutVars>
          <dgm:chMax val="0"/>
          <dgm:bulletEnabled val="1"/>
        </dgm:presLayoutVars>
      </dgm:prSet>
      <dgm:spPr/>
    </dgm:pt>
    <dgm:pt modelId="{633FF591-0768-42CD-8F73-912D6B3D6E9D}" type="pres">
      <dgm:prSet presAssocID="{18951503-9DC4-40EC-9EAF-B888C2F47394}" presName="spacer" presStyleCnt="0"/>
      <dgm:spPr/>
    </dgm:pt>
    <dgm:pt modelId="{23DE8920-D9F7-43D1-8239-F43BCF65EB5A}" type="pres">
      <dgm:prSet presAssocID="{4C796F44-F20D-4BDB-AF9C-BDA24923D298}" presName="parentText" presStyleLbl="node1" presStyleIdx="1" presStyleCnt="3">
        <dgm:presLayoutVars>
          <dgm:chMax val="0"/>
          <dgm:bulletEnabled val="1"/>
        </dgm:presLayoutVars>
      </dgm:prSet>
      <dgm:spPr/>
    </dgm:pt>
    <dgm:pt modelId="{B196F14A-0B62-4DB4-B2A8-0E751B1AB735}" type="pres">
      <dgm:prSet presAssocID="{58621832-E525-42CB-8E81-1B1A5BBEAE5A}" presName="spacer" presStyleCnt="0"/>
      <dgm:spPr/>
    </dgm:pt>
    <dgm:pt modelId="{C02C1046-9F7D-4211-A1DC-A7E0D4CD29DA}" type="pres">
      <dgm:prSet presAssocID="{232148F6-B7C8-4FF6-AB36-5920CA7E17E4}" presName="parentText" presStyleLbl="node1" presStyleIdx="2" presStyleCnt="3">
        <dgm:presLayoutVars>
          <dgm:chMax val="0"/>
          <dgm:bulletEnabled val="1"/>
        </dgm:presLayoutVars>
      </dgm:prSet>
      <dgm:spPr/>
    </dgm:pt>
  </dgm:ptLst>
  <dgm:cxnLst>
    <dgm:cxn modelId="{F8726F13-B97A-4546-92D0-E4E4ECE4E2DD}" type="presOf" srcId="{4C796F44-F20D-4BDB-AF9C-BDA24923D298}" destId="{23DE8920-D9F7-43D1-8239-F43BCF65EB5A}" srcOrd="0" destOrd="0" presId="urn:microsoft.com/office/officeart/2005/8/layout/vList2"/>
    <dgm:cxn modelId="{E7E88832-0146-4492-B480-1DADFDBE6182}" srcId="{14CE397D-51B1-4ED5-85CE-5AD83AA6EF84}" destId="{94296F8D-C344-4A6D-A2A8-4595894E40EB}" srcOrd="0" destOrd="0" parTransId="{29B9BD80-E71D-46F0-8BD0-02C3FF5BA385}" sibTransId="{18951503-9DC4-40EC-9EAF-B888C2F47394}"/>
    <dgm:cxn modelId="{A94E477B-3AD7-4CB6-825F-36A0379F1E4F}" type="presOf" srcId="{232148F6-B7C8-4FF6-AB36-5920CA7E17E4}" destId="{C02C1046-9F7D-4211-A1DC-A7E0D4CD29DA}" srcOrd="0" destOrd="0" presId="urn:microsoft.com/office/officeart/2005/8/layout/vList2"/>
    <dgm:cxn modelId="{A3C2687E-18B1-408D-926F-7BEACD364A04}" type="presOf" srcId="{14CE397D-51B1-4ED5-85CE-5AD83AA6EF84}" destId="{BFB1AFF5-E90D-41B8-A738-E0E370E68D34}" srcOrd="0" destOrd="0" presId="urn:microsoft.com/office/officeart/2005/8/layout/vList2"/>
    <dgm:cxn modelId="{AB4D398B-D6AE-4275-9A33-AED1E3F5A97C}" srcId="{14CE397D-51B1-4ED5-85CE-5AD83AA6EF84}" destId="{4C796F44-F20D-4BDB-AF9C-BDA24923D298}" srcOrd="1" destOrd="0" parTransId="{2CBAAEB3-F243-41AF-90AB-B7299CEEB6F8}" sibTransId="{58621832-E525-42CB-8E81-1B1A5BBEAE5A}"/>
    <dgm:cxn modelId="{45B4B3EF-D49F-4164-84B4-84BCAA8E9C3C}" srcId="{14CE397D-51B1-4ED5-85CE-5AD83AA6EF84}" destId="{232148F6-B7C8-4FF6-AB36-5920CA7E17E4}" srcOrd="2" destOrd="0" parTransId="{CE6BB9E4-8BBA-4980-85D0-7BC2AA9721FC}" sibTransId="{4F58C8F9-DA5B-44F8-8435-9A5D20C140F0}"/>
    <dgm:cxn modelId="{7FC2F1F4-65C0-4765-A7B8-E77FBC883812}" type="presOf" srcId="{94296F8D-C344-4A6D-A2A8-4595894E40EB}" destId="{F9AFBE2B-9783-44F0-90E4-CAA3F67A1FD3}" srcOrd="0" destOrd="0" presId="urn:microsoft.com/office/officeart/2005/8/layout/vList2"/>
    <dgm:cxn modelId="{A3A69DFE-43BC-4CBA-9943-8B66EA62A851}" type="presParOf" srcId="{BFB1AFF5-E90D-41B8-A738-E0E370E68D34}" destId="{F9AFBE2B-9783-44F0-90E4-CAA3F67A1FD3}" srcOrd="0" destOrd="0" presId="urn:microsoft.com/office/officeart/2005/8/layout/vList2"/>
    <dgm:cxn modelId="{3EB4B549-4F7B-4B6B-A2BD-21D96D5042F7}" type="presParOf" srcId="{BFB1AFF5-E90D-41B8-A738-E0E370E68D34}" destId="{633FF591-0768-42CD-8F73-912D6B3D6E9D}" srcOrd="1" destOrd="0" presId="urn:microsoft.com/office/officeart/2005/8/layout/vList2"/>
    <dgm:cxn modelId="{AD3D5AA3-63D7-442A-B1E2-ADA6DB9B97D2}" type="presParOf" srcId="{BFB1AFF5-E90D-41B8-A738-E0E370E68D34}" destId="{23DE8920-D9F7-43D1-8239-F43BCF65EB5A}" srcOrd="2" destOrd="0" presId="urn:microsoft.com/office/officeart/2005/8/layout/vList2"/>
    <dgm:cxn modelId="{BEC34842-BB23-4193-9A09-D96E0BD45B88}" type="presParOf" srcId="{BFB1AFF5-E90D-41B8-A738-E0E370E68D34}" destId="{B196F14A-0B62-4DB4-B2A8-0E751B1AB735}" srcOrd="3" destOrd="0" presId="urn:microsoft.com/office/officeart/2005/8/layout/vList2"/>
    <dgm:cxn modelId="{AB932A81-5F53-4142-AEBB-F1BCB5BD18ED}" type="presParOf" srcId="{BFB1AFF5-E90D-41B8-A738-E0E370E68D34}" destId="{C02C1046-9F7D-4211-A1DC-A7E0D4CD29DA}" srcOrd="4"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3DE8920-D9F7-43D1-8239-F43BCF65EB5A}">
      <dsp:nvSpPr>
        <dsp:cNvPr id="0" name=""/>
        <dsp:cNvSpPr/>
      </dsp:nvSpPr>
      <dsp:spPr>
        <a:xfrm>
          <a:off x="0" y="11876"/>
          <a:ext cx="6735443" cy="839474"/>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3350" tIns="133350" rIns="133350" bIns="133350" numCol="1" spcCol="1270" anchor="ctr" anchorCtr="0">
          <a:noAutofit/>
        </a:bodyPr>
        <a:lstStyle/>
        <a:p>
          <a:pPr marL="0" lvl="0" indent="0" algn="l" defTabSz="1555750">
            <a:lnSpc>
              <a:spcPct val="90000"/>
            </a:lnSpc>
            <a:spcBef>
              <a:spcPct val="0"/>
            </a:spcBef>
            <a:spcAft>
              <a:spcPct val="35000"/>
            </a:spcAft>
            <a:buNone/>
          </a:pPr>
          <a:r>
            <a:rPr lang="en-US" sz="3500" kern="1200"/>
            <a:t>Beliefs about G-d</a:t>
          </a:r>
        </a:p>
      </dsp:txBody>
      <dsp:txXfrm>
        <a:off x="40980" y="52856"/>
        <a:ext cx="6653483" cy="757514"/>
      </dsp:txXfrm>
    </dsp:sp>
    <dsp:sp modelId="{F9AFBE2B-9783-44F0-90E4-CAA3F67A1FD3}">
      <dsp:nvSpPr>
        <dsp:cNvPr id="0" name=""/>
        <dsp:cNvSpPr/>
      </dsp:nvSpPr>
      <dsp:spPr>
        <a:xfrm>
          <a:off x="0" y="952151"/>
          <a:ext cx="6735443" cy="839474"/>
        </a:xfrm>
        <a:prstGeom prst="roundRect">
          <a:avLst/>
        </a:prstGeom>
        <a:solidFill>
          <a:schemeClr val="accent2">
            <a:hueOff val="-291913"/>
            <a:satOff val="-2547"/>
            <a:lumOff val="-3294"/>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3350" tIns="133350" rIns="133350" bIns="133350" numCol="1" spcCol="1270" anchor="ctr" anchorCtr="0">
          <a:noAutofit/>
        </a:bodyPr>
        <a:lstStyle/>
        <a:p>
          <a:pPr marL="0" lvl="0" indent="0" algn="l" defTabSz="1555750">
            <a:lnSpc>
              <a:spcPct val="90000"/>
            </a:lnSpc>
            <a:spcBef>
              <a:spcPct val="0"/>
            </a:spcBef>
            <a:spcAft>
              <a:spcPct val="35000"/>
            </a:spcAft>
            <a:buNone/>
          </a:pPr>
          <a:r>
            <a:rPr lang="en-US" sz="3500" kern="1200"/>
            <a:t>Moses</a:t>
          </a:r>
        </a:p>
      </dsp:txBody>
      <dsp:txXfrm>
        <a:off x="40980" y="993131"/>
        <a:ext cx="6653483" cy="757514"/>
      </dsp:txXfrm>
    </dsp:sp>
    <dsp:sp modelId="{15013404-5E3C-4FE7-BC10-76F78508B491}">
      <dsp:nvSpPr>
        <dsp:cNvPr id="0" name=""/>
        <dsp:cNvSpPr/>
      </dsp:nvSpPr>
      <dsp:spPr>
        <a:xfrm>
          <a:off x="0" y="1892426"/>
          <a:ext cx="6735443" cy="839474"/>
        </a:xfrm>
        <a:prstGeom prst="roundRect">
          <a:avLst/>
        </a:prstGeom>
        <a:solidFill>
          <a:schemeClr val="accent2">
            <a:hueOff val="-583825"/>
            <a:satOff val="-5094"/>
            <a:lumOff val="-6588"/>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3350" tIns="133350" rIns="133350" bIns="133350" numCol="1" spcCol="1270" anchor="ctr" anchorCtr="0">
          <a:noAutofit/>
        </a:bodyPr>
        <a:lstStyle/>
        <a:p>
          <a:pPr marL="0" lvl="0" indent="0" algn="l" defTabSz="1555750">
            <a:lnSpc>
              <a:spcPct val="90000"/>
            </a:lnSpc>
            <a:spcBef>
              <a:spcPct val="0"/>
            </a:spcBef>
            <a:spcAft>
              <a:spcPct val="35000"/>
            </a:spcAft>
            <a:buNone/>
          </a:pPr>
          <a:r>
            <a:rPr lang="en-US" sz="3500" kern="1200"/>
            <a:t>Jewish Law (written &amp; oral)</a:t>
          </a:r>
        </a:p>
      </dsp:txBody>
      <dsp:txXfrm>
        <a:off x="40980" y="1933406"/>
        <a:ext cx="6653483" cy="757514"/>
      </dsp:txXfrm>
    </dsp:sp>
    <dsp:sp modelId="{18DD48FD-4336-4861-A9F6-BC8C38943F42}">
      <dsp:nvSpPr>
        <dsp:cNvPr id="0" name=""/>
        <dsp:cNvSpPr/>
      </dsp:nvSpPr>
      <dsp:spPr>
        <a:xfrm>
          <a:off x="0" y="2832700"/>
          <a:ext cx="6735443" cy="839474"/>
        </a:xfrm>
        <a:prstGeom prst="roundRect">
          <a:avLst/>
        </a:prstGeom>
        <a:solidFill>
          <a:schemeClr val="accent2">
            <a:hueOff val="-875738"/>
            <a:satOff val="-7640"/>
            <a:lumOff val="-9883"/>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3350" tIns="133350" rIns="133350" bIns="133350" numCol="1" spcCol="1270" anchor="ctr" anchorCtr="0">
          <a:noAutofit/>
        </a:bodyPr>
        <a:lstStyle/>
        <a:p>
          <a:pPr marL="0" lvl="0" indent="0" algn="l" defTabSz="1555750">
            <a:lnSpc>
              <a:spcPct val="90000"/>
            </a:lnSpc>
            <a:spcBef>
              <a:spcPct val="0"/>
            </a:spcBef>
            <a:spcAft>
              <a:spcPct val="35000"/>
            </a:spcAft>
            <a:buNone/>
          </a:pPr>
          <a:r>
            <a:rPr lang="en-US" sz="3500" kern="1200"/>
            <a:t>Worship</a:t>
          </a:r>
        </a:p>
      </dsp:txBody>
      <dsp:txXfrm>
        <a:off x="40980" y="2873680"/>
        <a:ext cx="6653483" cy="757514"/>
      </dsp:txXfrm>
    </dsp:sp>
    <dsp:sp modelId="{C02C1046-9F7D-4211-A1DC-A7E0D4CD29DA}">
      <dsp:nvSpPr>
        <dsp:cNvPr id="0" name=""/>
        <dsp:cNvSpPr/>
      </dsp:nvSpPr>
      <dsp:spPr>
        <a:xfrm>
          <a:off x="0" y="3772975"/>
          <a:ext cx="6735443" cy="839474"/>
        </a:xfrm>
        <a:prstGeom prst="roundRect">
          <a:avLst/>
        </a:prstGeom>
        <a:solidFill>
          <a:schemeClr val="accent2">
            <a:hueOff val="-1167650"/>
            <a:satOff val="-10187"/>
            <a:lumOff val="-13177"/>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3350" tIns="133350" rIns="133350" bIns="133350" numCol="1" spcCol="1270" anchor="ctr" anchorCtr="0">
          <a:noAutofit/>
        </a:bodyPr>
        <a:lstStyle/>
        <a:p>
          <a:pPr marL="0" lvl="0" indent="0" algn="l" defTabSz="1555750">
            <a:lnSpc>
              <a:spcPct val="90000"/>
            </a:lnSpc>
            <a:spcBef>
              <a:spcPct val="0"/>
            </a:spcBef>
            <a:spcAft>
              <a:spcPct val="35000"/>
            </a:spcAft>
            <a:buNone/>
          </a:pPr>
          <a:r>
            <a:rPr lang="en-US" sz="3500" kern="1200"/>
            <a:t>Festivals – Yom Kippur</a:t>
          </a:r>
        </a:p>
      </dsp:txBody>
      <dsp:txXfrm>
        <a:off x="40980" y="3813955"/>
        <a:ext cx="6653483" cy="757514"/>
      </dsp:txXfrm>
    </dsp:sp>
    <dsp:sp modelId="{3DB66E5B-2F7A-44B5-9B60-FFE0196EAF28}">
      <dsp:nvSpPr>
        <dsp:cNvPr id="0" name=""/>
        <dsp:cNvSpPr/>
      </dsp:nvSpPr>
      <dsp:spPr>
        <a:xfrm>
          <a:off x="0" y="4713251"/>
          <a:ext cx="6735443" cy="839474"/>
        </a:xfrm>
        <a:prstGeom prst="roundRect">
          <a:avLst/>
        </a:prstGeom>
        <a:solidFill>
          <a:schemeClr val="accent2">
            <a:hueOff val="-1459563"/>
            <a:satOff val="-12734"/>
            <a:lumOff val="-16471"/>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3350" tIns="133350" rIns="133350" bIns="133350" numCol="1" spcCol="1270" anchor="ctr" anchorCtr="0">
          <a:noAutofit/>
        </a:bodyPr>
        <a:lstStyle/>
        <a:p>
          <a:pPr marL="0" lvl="0" indent="0" algn="l" defTabSz="1555750">
            <a:lnSpc>
              <a:spcPct val="90000"/>
            </a:lnSpc>
            <a:spcBef>
              <a:spcPct val="0"/>
            </a:spcBef>
            <a:spcAft>
              <a:spcPct val="35000"/>
            </a:spcAft>
            <a:buNone/>
          </a:pPr>
          <a:r>
            <a:rPr lang="en-US" sz="3500" kern="1200"/>
            <a:t>Festivals - Pesach</a:t>
          </a:r>
        </a:p>
      </dsp:txBody>
      <dsp:txXfrm>
        <a:off x="40980" y="4754231"/>
        <a:ext cx="6653483" cy="757514"/>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9AFBE2B-9783-44F0-90E4-CAA3F67A1FD3}">
      <dsp:nvSpPr>
        <dsp:cNvPr id="0" name=""/>
        <dsp:cNvSpPr/>
      </dsp:nvSpPr>
      <dsp:spPr>
        <a:xfrm>
          <a:off x="0" y="507542"/>
          <a:ext cx="6735443" cy="715052"/>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a:t>The Trinity</a:t>
          </a:r>
        </a:p>
      </dsp:txBody>
      <dsp:txXfrm>
        <a:off x="34906" y="542448"/>
        <a:ext cx="6665631" cy="645240"/>
      </dsp:txXfrm>
    </dsp:sp>
    <dsp:sp modelId="{23DE8920-D9F7-43D1-8239-F43BCF65EB5A}">
      <dsp:nvSpPr>
        <dsp:cNvPr id="0" name=""/>
        <dsp:cNvSpPr/>
      </dsp:nvSpPr>
      <dsp:spPr>
        <a:xfrm>
          <a:off x="0" y="1274435"/>
          <a:ext cx="6735443" cy="715052"/>
        </a:xfrm>
        <a:prstGeom prst="roundRect">
          <a:avLst/>
        </a:prstGeom>
        <a:solidFill>
          <a:schemeClr val="accent2">
            <a:hueOff val="-291913"/>
            <a:satOff val="-2547"/>
            <a:lumOff val="-3294"/>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a:t>What was Jesus like – Jesus’ opponents</a:t>
          </a:r>
        </a:p>
      </dsp:txBody>
      <dsp:txXfrm>
        <a:off x="34906" y="1309341"/>
        <a:ext cx="6665631" cy="645240"/>
      </dsp:txXfrm>
    </dsp:sp>
    <dsp:sp modelId="{15013404-5E3C-4FE7-BC10-76F78508B491}">
      <dsp:nvSpPr>
        <dsp:cNvPr id="0" name=""/>
        <dsp:cNvSpPr/>
      </dsp:nvSpPr>
      <dsp:spPr>
        <a:xfrm>
          <a:off x="0" y="2041328"/>
          <a:ext cx="6735443" cy="715052"/>
        </a:xfrm>
        <a:prstGeom prst="roundRect">
          <a:avLst/>
        </a:prstGeom>
        <a:solidFill>
          <a:schemeClr val="accent2">
            <a:hueOff val="-583825"/>
            <a:satOff val="-5094"/>
            <a:lumOff val="-6588"/>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a:t>Sin, Sacrifice &amp; Salvation</a:t>
          </a:r>
        </a:p>
      </dsp:txBody>
      <dsp:txXfrm>
        <a:off x="34906" y="2076234"/>
        <a:ext cx="6665631" cy="645240"/>
      </dsp:txXfrm>
    </dsp:sp>
    <dsp:sp modelId="{C02C1046-9F7D-4211-A1DC-A7E0D4CD29DA}">
      <dsp:nvSpPr>
        <dsp:cNvPr id="0" name=""/>
        <dsp:cNvSpPr/>
      </dsp:nvSpPr>
      <dsp:spPr>
        <a:xfrm>
          <a:off x="0" y="2808221"/>
          <a:ext cx="6735443" cy="715052"/>
        </a:xfrm>
        <a:prstGeom prst="roundRect">
          <a:avLst/>
        </a:prstGeom>
        <a:solidFill>
          <a:schemeClr val="accent2">
            <a:hueOff val="-875738"/>
            <a:satOff val="-7640"/>
            <a:lumOff val="-9883"/>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a:t>The Resurrection</a:t>
          </a:r>
        </a:p>
      </dsp:txBody>
      <dsp:txXfrm>
        <a:off x="34906" y="2843127"/>
        <a:ext cx="6665631" cy="645240"/>
      </dsp:txXfrm>
    </dsp:sp>
    <dsp:sp modelId="{3DB66E5B-2F7A-44B5-9B60-FFE0196EAF28}">
      <dsp:nvSpPr>
        <dsp:cNvPr id="0" name=""/>
        <dsp:cNvSpPr/>
      </dsp:nvSpPr>
      <dsp:spPr>
        <a:xfrm>
          <a:off x="0" y="3575113"/>
          <a:ext cx="6735443" cy="715052"/>
        </a:xfrm>
        <a:prstGeom prst="roundRect">
          <a:avLst/>
        </a:prstGeom>
        <a:solidFill>
          <a:schemeClr val="accent2">
            <a:hueOff val="-1167650"/>
            <a:satOff val="-10187"/>
            <a:lumOff val="-13177"/>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a:t>Constantine’s conversion</a:t>
          </a:r>
        </a:p>
      </dsp:txBody>
      <dsp:txXfrm>
        <a:off x="34906" y="3610019"/>
        <a:ext cx="6665631" cy="645240"/>
      </dsp:txXfrm>
    </dsp:sp>
    <dsp:sp modelId="{66DB313B-9B49-45A7-B10B-955FCE8CD8AE}">
      <dsp:nvSpPr>
        <dsp:cNvPr id="0" name=""/>
        <dsp:cNvSpPr/>
      </dsp:nvSpPr>
      <dsp:spPr>
        <a:xfrm>
          <a:off x="0" y="4342006"/>
          <a:ext cx="6735443" cy="715052"/>
        </a:xfrm>
        <a:prstGeom prst="roundRect">
          <a:avLst/>
        </a:prstGeom>
        <a:solidFill>
          <a:schemeClr val="accent2">
            <a:hueOff val="-1459563"/>
            <a:satOff val="-12734"/>
            <a:lumOff val="-16471"/>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a:t>Key events in the history of Christianity e.g. St Peter and St Paul, Roman persecution, The Great Schism, The Reformation</a:t>
          </a:r>
        </a:p>
      </dsp:txBody>
      <dsp:txXfrm>
        <a:off x="34906" y="4376912"/>
        <a:ext cx="6665631" cy="645240"/>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9AFBE2B-9783-44F0-90E4-CAA3F67A1FD3}">
      <dsp:nvSpPr>
        <dsp:cNvPr id="0" name=""/>
        <dsp:cNvSpPr/>
      </dsp:nvSpPr>
      <dsp:spPr>
        <a:xfrm>
          <a:off x="0" y="769900"/>
          <a:ext cx="6735443" cy="1216800"/>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a:t>The life of the prophet</a:t>
          </a:r>
        </a:p>
      </dsp:txBody>
      <dsp:txXfrm>
        <a:off x="59399" y="829299"/>
        <a:ext cx="6616645" cy="1098002"/>
      </dsp:txXfrm>
    </dsp:sp>
    <dsp:sp modelId="{23DE8920-D9F7-43D1-8239-F43BCF65EB5A}">
      <dsp:nvSpPr>
        <dsp:cNvPr id="0" name=""/>
        <dsp:cNvSpPr/>
      </dsp:nvSpPr>
      <dsp:spPr>
        <a:xfrm>
          <a:off x="0" y="2173901"/>
          <a:ext cx="6735443" cy="1216800"/>
        </a:xfrm>
        <a:prstGeom prst="roundRect">
          <a:avLst/>
        </a:prstGeom>
        <a:solidFill>
          <a:schemeClr val="accent2">
            <a:hueOff val="-729781"/>
            <a:satOff val="-6367"/>
            <a:lumOff val="-8236"/>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a:t>The Quran and Hadiths </a:t>
          </a:r>
        </a:p>
      </dsp:txBody>
      <dsp:txXfrm>
        <a:off x="59399" y="2233300"/>
        <a:ext cx="6616645" cy="1098002"/>
      </dsp:txXfrm>
    </dsp:sp>
    <dsp:sp modelId="{C02C1046-9F7D-4211-A1DC-A7E0D4CD29DA}">
      <dsp:nvSpPr>
        <dsp:cNvPr id="0" name=""/>
        <dsp:cNvSpPr/>
      </dsp:nvSpPr>
      <dsp:spPr>
        <a:xfrm>
          <a:off x="0" y="3577901"/>
          <a:ext cx="6735443" cy="1216800"/>
        </a:xfrm>
        <a:prstGeom prst="roundRect">
          <a:avLst/>
        </a:prstGeom>
        <a:solidFill>
          <a:schemeClr val="accent2">
            <a:hueOff val="-1459563"/>
            <a:satOff val="-12734"/>
            <a:lumOff val="-16471"/>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a:t>Rightly Guided Caliphs</a:t>
          </a:r>
        </a:p>
      </dsp:txBody>
      <dsp:txXfrm>
        <a:off x="59399" y="3637300"/>
        <a:ext cx="6616645" cy="1098002"/>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B92A92F-7437-4804-AD2F-3E9BA82C0A73}" type="datetimeFigureOut">
              <a:rPr lang="en-GB" smtClean="0"/>
              <a:t>12/05/2026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7D19E91-349E-47CE-9609-30654D424094}" type="slidenum">
              <a:rPr lang="en-GB" smtClean="0"/>
              <a:t>‹#›</a:t>
            </a:fld>
            <a:endParaRPr lang="en-GB"/>
          </a:p>
        </p:txBody>
      </p:sp>
    </p:spTree>
    <p:extLst>
      <p:ext uri="{BB962C8B-B14F-4D97-AF65-F5344CB8AC3E}">
        <p14:creationId xmlns:p14="http://schemas.microsoft.com/office/powerpoint/2010/main" val="135337438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57D19E91-349E-47CE-9609-30654D424094}" type="slidenum">
              <a:rPr lang="en-GB" smtClean="0"/>
              <a:t>2</a:t>
            </a:fld>
            <a:endParaRPr lang="en-GB"/>
          </a:p>
        </p:txBody>
      </p:sp>
    </p:spTree>
    <p:extLst>
      <p:ext uri="{BB962C8B-B14F-4D97-AF65-F5344CB8AC3E}">
        <p14:creationId xmlns:p14="http://schemas.microsoft.com/office/powerpoint/2010/main" val="162639366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E11BF3-02E8-4EB7-818E-652B82CF2C9D}"/>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254D3190-B78C-42F1-9D62-F523886BBE51}"/>
              </a:ext>
            </a:extLst>
          </p:cNvPr>
          <p:cNvSpPr>
            <a:spLocks noGrp="1"/>
          </p:cNvSpPr>
          <p:nvPr>
            <p:ph type="dt" sz="half" idx="10"/>
          </p:nvPr>
        </p:nvSpPr>
        <p:spPr/>
        <p:txBody>
          <a:bodyPr/>
          <a:lstStyle/>
          <a:p>
            <a:fld id="{82EDB8D0-98ED-4B86-9D5F-E61ADC70144D}" type="datetimeFigureOut">
              <a:rPr lang="en-US" smtClean="0"/>
              <a:t>5/12/2026</a:t>
            </a:fld>
            <a:endParaRPr lang="en-US"/>
          </a:p>
        </p:txBody>
      </p:sp>
      <p:sp>
        <p:nvSpPr>
          <p:cNvPr id="4" name="Footer Placeholder 3">
            <a:extLst>
              <a:ext uri="{FF2B5EF4-FFF2-40B4-BE49-F238E27FC236}">
                <a16:creationId xmlns:a16="http://schemas.microsoft.com/office/drawing/2014/main" id="{EA381C40-F9FC-4D58-8508-F0632DF5A018}"/>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2101CBCC-4CC2-49BD-B155-01E0F4D798BE}"/>
              </a:ext>
            </a:extLst>
          </p:cNvPr>
          <p:cNvSpPr>
            <a:spLocks noGrp="1"/>
          </p:cNvSpPr>
          <p:nvPr>
            <p:ph type="sldNum" sz="quarter" idx="12"/>
          </p:nvPr>
        </p:nvSpPr>
        <p:spPr/>
        <p:txBody>
          <a:bodyPr/>
          <a:lstStyle/>
          <a:p>
            <a:fld id="{4854181D-6920-4594-9A5D-6CE56DC9F8B2}" type="slidenum">
              <a:rPr lang="en-US" smtClean="0"/>
              <a:t>‹#›</a:t>
            </a:fld>
            <a:endParaRPr lang="en-US"/>
          </a:p>
        </p:txBody>
      </p:sp>
      <p:sp>
        <p:nvSpPr>
          <p:cNvPr id="6" name="Freeform: Shape 5">
            <a:extLst>
              <a:ext uri="{FF2B5EF4-FFF2-40B4-BE49-F238E27FC236}">
                <a16:creationId xmlns:a16="http://schemas.microsoft.com/office/drawing/2014/main" id="{DC13EF9C-0B5A-4364-91AA-E5DD5B536E54}"/>
              </a:ext>
            </a:extLst>
          </p:cNvPr>
          <p:cNvSpPr/>
          <p:nvPr/>
        </p:nvSpPr>
        <p:spPr>
          <a:xfrm rot="16200000">
            <a:off x="-388933" y="4841194"/>
            <a:ext cx="1737401" cy="959536"/>
          </a:xfrm>
          <a:custGeom>
            <a:avLst/>
            <a:gdLst>
              <a:gd name="connsiteX0" fmla="*/ 0 w 1737401"/>
              <a:gd name="connsiteY0" fmla="*/ 0 h 959536"/>
              <a:gd name="connsiteX1" fmla="*/ 123825 w 1737401"/>
              <a:gd name="connsiteY1" fmla="*/ 0 h 959536"/>
              <a:gd name="connsiteX2" fmla="*/ 123825 w 1737401"/>
              <a:gd name="connsiteY2" fmla="*/ 790277 h 959536"/>
              <a:gd name="connsiteX3" fmla="*/ 1490095 w 1737401"/>
              <a:gd name="connsiteY3" fmla="*/ 0 h 959536"/>
              <a:gd name="connsiteX4" fmla="*/ 1737401 w 1737401"/>
              <a:gd name="connsiteY4" fmla="*/ 0 h 959536"/>
              <a:gd name="connsiteX5" fmla="*/ 92869 w 1737401"/>
              <a:gd name="connsiteY5" fmla="*/ 951249 h 959536"/>
              <a:gd name="connsiteX6" fmla="*/ 61913 w 1737401"/>
              <a:gd name="connsiteY6" fmla="*/ 959536 h 959536"/>
              <a:gd name="connsiteX7" fmla="*/ 0 w 1737401"/>
              <a:gd name="connsiteY7" fmla="*/ 897624 h 959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37401" h="959536">
                <a:moveTo>
                  <a:pt x="0" y="0"/>
                </a:moveTo>
                <a:lnTo>
                  <a:pt x="123825" y="0"/>
                </a:lnTo>
                <a:lnTo>
                  <a:pt x="123825" y="790277"/>
                </a:lnTo>
                <a:lnTo>
                  <a:pt x="1490095" y="0"/>
                </a:lnTo>
                <a:lnTo>
                  <a:pt x="1737401" y="0"/>
                </a:lnTo>
                <a:lnTo>
                  <a:pt x="92869" y="951249"/>
                </a:lnTo>
                <a:cubicBezTo>
                  <a:pt x="83458" y="956688"/>
                  <a:pt x="72780" y="959546"/>
                  <a:pt x="61913" y="959536"/>
                </a:cubicBezTo>
                <a:cubicBezTo>
                  <a:pt x="27719" y="959536"/>
                  <a:pt x="0" y="931818"/>
                  <a:pt x="0" y="897624"/>
                </a:cubicBezTo>
                <a:close/>
              </a:path>
            </a:pathLst>
          </a:custGeom>
          <a:solidFill>
            <a:schemeClr val="accent6"/>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 name="Freeform: Shape 6">
            <a:extLst>
              <a:ext uri="{FF2B5EF4-FFF2-40B4-BE49-F238E27FC236}">
                <a16:creationId xmlns:a16="http://schemas.microsoft.com/office/drawing/2014/main" id="{8F674475-6327-490A-BD7F-084F5C07F2E4}"/>
              </a:ext>
            </a:extLst>
          </p:cNvPr>
          <p:cNvSpPr/>
          <p:nvPr/>
        </p:nvSpPr>
        <p:spPr>
          <a:xfrm>
            <a:off x="10494433" y="2"/>
            <a:ext cx="849328" cy="357668"/>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67450552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7024287-C9B9-48AC-8E4D-A282DE2F44F5}"/>
              </a:ext>
            </a:extLst>
          </p:cNvPr>
          <p:cNvSpPr>
            <a:spLocks noGrp="1"/>
          </p:cNvSpPr>
          <p:nvPr>
            <p:ph type="dt" sz="half" idx="10"/>
          </p:nvPr>
        </p:nvSpPr>
        <p:spPr/>
        <p:txBody>
          <a:bodyPr/>
          <a:lstStyle/>
          <a:p>
            <a:fld id="{82EDB8D0-98ED-4B86-9D5F-E61ADC70144D}" type="datetimeFigureOut">
              <a:rPr lang="en-US" smtClean="0"/>
              <a:t>5/12/2026</a:t>
            </a:fld>
            <a:endParaRPr lang="en-US"/>
          </a:p>
        </p:txBody>
      </p:sp>
      <p:sp>
        <p:nvSpPr>
          <p:cNvPr id="3" name="Footer Placeholder 2">
            <a:extLst>
              <a:ext uri="{FF2B5EF4-FFF2-40B4-BE49-F238E27FC236}">
                <a16:creationId xmlns:a16="http://schemas.microsoft.com/office/drawing/2014/main" id="{2D34C9A2-75A7-4164-B3B8-E6A9D60BA0B6}"/>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ECBE73CE-2859-4D49-A9EC-26AF3FBDF6A3}"/>
              </a:ext>
            </a:extLst>
          </p:cNvPr>
          <p:cNvSpPr>
            <a:spLocks noGrp="1"/>
          </p:cNvSpPr>
          <p:nvPr>
            <p:ph type="sldNum" sz="quarter" idx="12"/>
          </p:nvPr>
        </p:nvSpPr>
        <p:spPr/>
        <p:txBody>
          <a:bodyPr/>
          <a:lstStyle/>
          <a:p>
            <a:fld id="{4854181D-6920-4594-9A5D-6CE56DC9F8B2}" type="slidenum">
              <a:rPr lang="en-US" smtClean="0"/>
              <a:t>‹#›</a:t>
            </a:fld>
            <a:endParaRPr lang="en-US"/>
          </a:p>
        </p:txBody>
      </p:sp>
      <p:sp>
        <p:nvSpPr>
          <p:cNvPr id="5" name="Freeform: Shape 4">
            <a:extLst>
              <a:ext uri="{FF2B5EF4-FFF2-40B4-BE49-F238E27FC236}">
                <a16:creationId xmlns:a16="http://schemas.microsoft.com/office/drawing/2014/main" id="{AA5ED585-FEBB-4DAD-84C0-97BEE6C360C3}"/>
              </a:ext>
            </a:extLst>
          </p:cNvPr>
          <p:cNvSpPr/>
          <p:nvPr/>
        </p:nvSpPr>
        <p:spPr>
          <a:xfrm rot="16200000">
            <a:off x="-388933" y="4841194"/>
            <a:ext cx="1737401" cy="959536"/>
          </a:xfrm>
          <a:custGeom>
            <a:avLst/>
            <a:gdLst>
              <a:gd name="connsiteX0" fmla="*/ 0 w 1737401"/>
              <a:gd name="connsiteY0" fmla="*/ 0 h 959536"/>
              <a:gd name="connsiteX1" fmla="*/ 123825 w 1737401"/>
              <a:gd name="connsiteY1" fmla="*/ 0 h 959536"/>
              <a:gd name="connsiteX2" fmla="*/ 123825 w 1737401"/>
              <a:gd name="connsiteY2" fmla="*/ 790277 h 959536"/>
              <a:gd name="connsiteX3" fmla="*/ 1490095 w 1737401"/>
              <a:gd name="connsiteY3" fmla="*/ 0 h 959536"/>
              <a:gd name="connsiteX4" fmla="*/ 1737401 w 1737401"/>
              <a:gd name="connsiteY4" fmla="*/ 0 h 959536"/>
              <a:gd name="connsiteX5" fmla="*/ 92869 w 1737401"/>
              <a:gd name="connsiteY5" fmla="*/ 951249 h 959536"/>
              <a:gd name="connsiteX6" fmla="*/ 61913 w 1737401"/>
              <a:gd name="connsiteY6" fmla="*/ 959536 h 959536"/>
              <a:gd name="connsiteX7" fmla="*/ 0 w 1737401"/>
              <a:gd name="connsiteY7" fmla="*/ 897624 h 959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37401" h="959536">
                <a:moveTo>
                  <a:pt x="0" y="0"/>
                </a:moveTo>
                <a:lnTo>
                  <a:pt x="123825" y="0"/>
                </a:lnTo>
                <a:lnTo>
                  <a:pt x="123825" y="790277"/>
                </a:lnTo>
                <a:lnTo>
                  <a:pt x="1490095" y="0"/>
                </a:lnTo>
                <a:lnTo>
                  <a:pt x="1737401" y="0"/>
                </a:lnTo>
                <a:lnTo>
                  <a:pt x="92869" y="951249"/>
                </a:lnTo>
                <a:cubicBezTo>
                  <a:pt x="83458" y="956688"/>
                  <a:pt x="72780" y="959546"/>
                  <a:pt x="61913" y="959536"/>
                </a:cubicBezTo>
                <a:cubicBezTo>
                  <a:pt x="27719" y="959536"/>
                  <a:pt x="0" y="931818"/>
                  <a:pt x="0" y="897624"/>
                </a:cubicBezTo>
                <a:close/>
              </a:path>
            </a:pathLst>
          </a:custGeom>
          <a:solidFill>
            <a:schemeClr val="accent6"/>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Freeform: Shape 5">
            <a:extLst>
              <a:ext uri="{FF2B5EF4-FFF2-40B4-BE49-F238E27FC236}">
                <a16:creationId xmlns:a16="http://schemas.microsoft.com/office/drawing/2014/main" id="{EF6AC352-A720-4DB3-87CA-A33B0607CA2F}"/>
              </a:ext>
            </a:extLst>
          </p:cNvPr>
          <p:cNvSpPr/>
          <p:nvPr/>
        </p:nvSpPr>
        <p:spPr>
          <a:xfrm>
            <a:off x="10494433" y="2"/>
            <a:ext cx="849328" cy="357668"/>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86137573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DE1A06-8754-4870-9E44-E39BADAD984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3527F020-BBC3-49BB-91C2-5B2CBD64B3C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767C0C22-EBDA-4130-87AE-CB28BC19B077}"/>
              </a:ext>
            </a:extLst>
          </p:cNvPr>
          <p:cNvSpPr>
            <a:spLocks noGrp="1"/>
          </p:cNvSpPr>
          <p:nvPr>
            <p:ph type="dt" sz="half" idx="10"/>
          </p:nvPr>
        </p:nvSpPr>
        <p:spPr/>
        <p:txBody>
          <a:bodyPr/>
          <a:lstStyle/>
          <a:p>
            <a:fld id="{82EDB8D0-98ED-4B86-9D5F-E61ADC70144D}" type="datetimeFigureOut">
              <a:rPr lang="en-US" smtClean="0"/>
              <a:t>5/12/2026</a:t>
            </a:fld>
            <a:endParaRPr lang="en-US"/>
          </a:p>
        </p:txBody>
      </p:sp>
      <p:sp>
        <p:nvSpPr>
          <p:cNvPr id="5" name="Footer Placeholder 4">
            <a:extLst>
              <a:ext uri="{FF2B5EF4-FFF2-40B4-BE49-F238E27FC236}">
                <a16:creationId xmlns:a16="http://schemas.microsoft.com/office/drawing/2014/main" id="{E2A419A8-07CA-4A4C-AEC2-C40D4D50AFA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9FA7B86-E610-42EA-B4DC-C2F447785273}"/>
              </a:ext>
            </a:extLst>
          </p:cNvPr>
          <p:cNvSpPr>
            <a:spLocks noGrp="1"/>
          </p:cNvSpPr>
          <p:nvPr>
            <p:ph type="sldNum" sz="quarter" idx="12"/>
          </p:nvPr>
        </p:nvSpPr>
        <p:spPr/>
        <p:txBody>
          <a:bodyPr/>
          <a:lstStyle/>
          <a:p>
            <a:fld id="{4854181D-6920-4594-9A5D-6CE56DC9F8B2}" type="slidenum">
              <a:rPr lang="en-US" smtClean="0"/>
              <a:t>‹#›</a:t>
            </a:fld>
            <a:endParaRPr lang="en-US"/>
          </a:p>
        </p:txBody>
      </p:sp>
      <p:sp>
        <p:nvSpPr>
          <p:cNvPr id="7" name="Freeform: Shape 6">
            <a:extLst>
              <a:ext uri="{FF2B5EF4-FFF2-40B4-BE49-F238E27FC236}">
                <a16:creationId xmlns:a16="http://schemas.microsoft.com/office/drawing/2014/main" id="{8A7BA06D-B3FF-4E91-8639-B4569AE3AA23}"/>
              </a:ext>
            </a:extLst>
          </p:cNvPr>
          <p:cNvSpPr/>
          <p:nvPr/>
        </p:nvSpPr>
        <p:spPr>
          <a:xfrm>
            <a:off x="10208695" y="1"/>
            <a:ext cx="1135066" cy="477997"/>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 name="Arc 7">
            <a:extLst>
              <a:ext uri="{FF2B5EF4-FFF2-40B4-BE49-F238E27FC236}">
                <a16:creationId xmlns:a16="http://schemas.microsoft.com/office/drawing/2014/main" id="{2B30C86D-5A07-48BC-9C9D-6F9A2DB1E9E1}"/>
              </a:ext>
            </a:extLst>
          </p:cNvPr>
          <p:cNvSpPr/>
          <p:nvPr/>
        </p:nvSpPr>
        <p:spPr>
          <a:xfrm rot="10800000" flipV="1">
            <a:off x="555710" y="106482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63486694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9FF209-11EE-4A3F-9685-A155FECD0DC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A47AF11-F208-4FDA-9E19-D6CA3472134E}"/>
              </a:ext>
            </a:extLst>
          </p:cNvPr>
          <p:cNvSpPr>
            <a:spLocks noGrp="1"/>
          </p:cNvSpPr>
          <p:nvPr>
            <p:ph idx="1"/>
          </p:nvPr>
        </p:nvSpPr>
        <p:spPr>
          <a:xfrm>
            <a:off x="838200" y="1825625"/>
            <a:ext cx="10515600" cy="385974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6E82FA1-02B7-467E-9F16-D178149407C5}"/>
              </a:ext>
            </a:extLst>
          </p:cNvPr>
          <p:cNvSpPr>
            <a:spLocks noGrp="1"/>
          </p:cNvSpPr>
          <p:nvPr>
            <p:ph type="dt" sz="half" idx="10"/>
          </p:nvPr>
        </p:nvSpPr>
        <p:spPr/>
        <p:txBody>
          <a:bodyPr/>
          <a:lstStyle/>
          <a:p>
            <a:fld id="{82EDB8D0-98ED-4B86-9D5F-E61ADC70144D}" type="datetimeFigureOut">
              <a:rPr lang="en-US" smtClean="0"/>
              <a:t>5/12/2026</a:t>
            </a:fld>
            <a:endParaRPr lang="en-US"/>
          </a:p>
        </p:txBody>
      </p:sp>
      <p:sp>
        <p:nvSpPr>
          <p:cNvPr id="5" name="Footer Placeholder 4">
            <a:extLst>
              <a:ext uri="{FF2B5EF4-FFF2-40B4-BE49-F238E27FC236}">
                <a16:creationId xmlns:a16="http://schemas.microsoft.com/office/drawing/2014/main" id="{6D389247-FB8A-4494-859B-B3754B02A5E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2CA5B62-3338-46A5-B381-A63B88CB0DDA}"/>
              </a:ext>
            </a:extLst>
          </p:cNvPr>
          <p:cNvSpPr>
            <a:spLocks noGrp="1"/>
          </p:cNvSpPr>
          <p:nvPr>
            <p:ph type="sldNum" sz="quarter" idx="12"/>
          </p:nvPr>
        </p:nvSpPr>
        <p:spPr/>
        <p:txBody>
          <a:bodyPr/>
          <a:lstStyle/>
          <a:p>
            <a:fld id="{4854181D-6920-4594-9A5D-6CE56DC9F8B2}" type="slidenum">
              <a:rPr lang="en-US" smtClean="0"/>
              <a:t>‹#›</a:t>
            </a:fld>
            <a:endParaRPr lang="en-US"/>
          </a:p>
        </p:txBody>
      </p:sp>
      <p:sp>
        <p:nvSpPr>
          <p:cNvPr id="7" name="Freeform: Shape 6">
            <a:extLst>
              <a:ext uri="{FF2B5EF4-FFF2-40B4-BE49-F238E27FC236}">
                <a16:creationId xmlns:a16="http://schemas.microsoft.com/office/drawing/2014/main" id="{23DA7759-3209-4FE2-96D1-4EEDD81E9EA0}"/>
              </a:ext>
            </a:extLst>
          </p:cNvPr>
          <p:cNvSpPr/>
          <p:nvPr/>
        </p:nvSpPr>
        <p:spPr>
          <a:xfrm>
            <a:off x="10494433" y="2"/>
            <a:ext cx="849328" cy="357668"/>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 name="Freeform: Shape 7">
            <a:extLst>
              <a:ext uri="{FF2B5EF4-FFF2-40B4-BE49-F238E27FC236}">
                <a16:creationId xmlns:a16="http://schemas.microsoft.com/office/drawing/2014/main" id="{41460DAD-8769-4C9F-9C8C-BB0443909D76}"/>
              </a:ext>
            </a:extLst>
          </p:cNvPr>
          <p:cNvSpPr/>
          <p:nvPr/>
        </p:nvSpPr>
        <p:spPr>
          <a:xfrm flipH="1">
            <a:off x="123536" y="5717905"/>
            <a:ext cx="1771609" cy="1140095"/>
          </a:xfrm>
          <a:custGeom>
            <a:avLst/>
            <a:gdLst>
              <a:gd name="connsiteX0" fmla="*/ 1561721 w 1771609"/>
              <a:gd name="connsiteY0" fmla="*/ 763041 h 1140095"/>
              <a:gd name="connsiteX1" fmla="*/ 1623024 w 1771609"/>
              <a:gd name="connsiteY1" fmla="*/ 792810 h 1140095"/>
              <a:gd name="connsiteX2" fmla="*/ 1711735 w 1771609"/>
              <a:gd name="connsiteY2" fmla="*/ 970132 h 1140095"/>
              <a:gd name="connsiteX3" fmla="*/ 1771609 w 1771609"/>
              <a:gd name="connsiteY3" fmla="*/ 1140095 h 1140095"/>
              <a:gd name="connsiteX4" fmla="*/ 1637225 w 1771609"/>
              <a:gd name="connsiteY4" fmla="*/ 1140095 h 1140095"/>
              <a:gd name="connsiteX5" fmla="*/ 1594820 w 1771609"/>
              <a:gd name="connsiteY5" fmla="*/ 1019711 h 1140095"/>
              <a:gd name="connsiteX6" fmla="*/ 1513200 w 1771609"/>
              <a:gd name="connsiteY6" fmla="*/ 856627 h 1140095"/>
              <a:gd name="connsiteX7" fmla="*/ 1538499 w 1771609"/>
              <a:gd name="connsiteY7" fmla="*/ 770415 h 1140095"/>
              <a:gd name="connsiteX8" fmla="*/ 1561721 w 1771609"/>
              <a:gd name="connsiteY8" fmla="*/ 763041 h 1140095"/>
              <a:gd name="connsiteX9" fmla="*/ 933455 w 1771609"/>
              <a:gd name="connsiteY9" fmla="*/ 161309 h 1140095"/>
              <a:gd name="connsiteX10" fmla="*/ 957797 w 1771609"/>
              <a:gd name="connsiteY10" fmla="*/ 167970 h 1140095"/>
              <a:gd name="connsiteX11" fmla="*/ 1286982 w 1771609"/>
              <a:gd name="connsiteY11" fmla="*/ 387616 h 1140095"/>
              <a:gd name="connsiteX12" fmla="*/ 1293725 w 1771609"/>
              <a:gd name="connsiteY12" fmla="*/ 477075 h 1140095"/>
              <a:gd name="connsiteX13" fmla="*/ 1245453 w 1771609"/>
              <a:gd name="connsiteY13" fmla="*/ 499154 h 1140095"/>
              <a:gd name="connsiteX14" fmla="*/ 1245167 w 1771609"/>
              <a:gd name="connsiteY14" fmla="*/ 499154 h 1140095"/>
              <a:gd name="connsiteX15" fmla="*/ 1203638 w 1771609"/>
              <a:gd name="connsiteY15" fmla="*/ 484104 h 1140095"/>
              <a:gd name="connsiteX16" fmla="*/ 900647 w 1771609"/>
              <a:gd name="connsiteY16" fmla="*/ 281508 h 1140095"/>
              <a:gd name="connsiteX17" fmla="*/ 872454 w 1771609"/>
              <a:gd name="connsiteY17" fmla="*/ 196164 h 1140095"/>
              <a:gd name="connsiteX18" fmla="*/ 933455 w 1771609"/>
              <a:gd name="connsiteY18" fmla="*/ 161309 h 1140095"/>
              <a:gd name="connsiteX19" fmla="*/ 256260 w 1771609"/>
              <a:gd name="connsiteY19" fmla="*/ 29 h 1140095"/>
              <a:gd name="connsiteX20" fmla="*/ 454020 w 1771609"/>
              <a:gd name="connsiteY20" fmla="*/ 13474 h 1140095"/>
              <a:gd name="connsiteX21" fmla="*/ 509236 w 1771609"/>
              <a:gd name="connsiteY21" fmla="*/ 84182 h 1140095"/>
              <a:gd name="connsiteX22" fmla="*/ 445829 w 1771609"/>
              <a:gd name="connsiteY22" fmla="*/ 139871 h 1140095"/>
              <a:gd name="connsiteX23" fmla="*/ 437447 w 1771609"/>
              <a:gd name="connsiteY23" fmla="*/ 139395 h 1140095"/>
              <a:gd name="connsiteX24" fmla="*/ 73211 w 1771609"/>
              <a:gd name="connsiteY24" fmla="*/ 137204 h 1140095"/>
              <a:gd name="connsiteX25" fmla="*/ 749 w 1771609"/>
              <a:gd name="connsiteY25" fmla="*/ 84082 h 1140095"/>
              <a:gd name="connsiteX26" fmla="*/ 53871 w 1771609"/>
              <a:gd name="connsiteY26" fmla="*/ 11621 h 1140095"/>
              <a:gd name="connsiteX27" fmla="*/ 58352 w 1771609"/>
              <a:gd name="connsiteY27" fmla="*/ 11093 h 1140095"/>
              <a:gd name="connsiteX28" fmla="*/ 256260 w 1771609"/>
              <a:gd name="connsiteY28" fmla="*/ 29 h 11400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771609" h="1140095">
                <a:moveTo>
                  <a:pt x="1561721" y="763041"/>
                </a:moveTo>
                <a:cubicBezTo>
                  <a:pt x="1585506" y="760324"/>
                  <a:pt x="1609722" y="771249"/>
                  <a:pt x="1623024" y="792810"/>
                </a:cubicBezTo>
                <a:cubicBezTo>
                  <a:pt x="1656300" y="850065"/>
                  <a:pt x="1685920" y="909291"/>
                  <a:pt x="1711735" y="970132"/>
                </a:cubicBezTo>
                <a:lnTo>
                  <a:pt x="1771609" y="1140095"/>
                </a:lnTo>
                <a:lnTo>
                  <a:pt x="1637225" y="1140095"/>
                </a:lnTo>
                <a:lnTo>
                  <a:pt x="1594820" y="1019711"/>
                </a:lnTo>
                <a:cubicBezTo>
                  <a:pt x="1571072" y="963753"/>
                  <a:pt x="1543818" y="909282"/>
                  <a:pt x="1513200" y="856627"/>
                </a:cubicBezTo>
                <a:cubicBezTo>
                  <a:pt x="1496379" y="825834"/>
                  <a:pt x="1507704" y="787236"/>
                  <a:pt x="1538499" y="770415"/>
                </a:cubicBezTo>
                <a:cubicBezTo>
                  <a:pt x="1545912" y="766367"/>
                  <a:pt x="1553792" y="763946"/>
                  <a:pt x="1561721" y="763041"/>
                </a:cubicBezTo>
                <a:close/>
                <a:moveTo>
                  <a:pt x="933455" y="161309"/>
                </a:moveTo>
                <a:cubicBezTo>
                  <a:pt x="941693" y="161855"/>
                  <a:pt x="949959" y="164025"/>
                  <a:pt x="957797" y="167970"/>
                </a:cubicBezTo>
                <a:cubicBezTo>
                  <a:pt x="1076184" y="227289"/>
                  <a:pt x="1186759" y="301068"/>
                  <a:pt x="1286982" y="387616"/>
                </a:cubicBezTo>
                <a:cubicBezTo>
                  <a:pt x="1313547" y="410457"/>
                  <a:pt x="1316566" y="450510"/>
                  <a:pt x="1293725" y="477075"/>
                </a:cubicBezTo>
                <a:cubicBezTo>
                  <a:pt x="1281638" y="491137"/>
                  <a:pt x="1263998" y="499204"/>
                  <a:pt x="1245453" y="499154"/>
                </a:cubicBezTo>
                <a:lnTo>
                  <a:pt x="1245167" y="499154"/>
                </a:lnTo>
                <a:cubicBezTo>
                  <a:pt x="1229965" y="499301"/>
                  <a:pt x="1215220" y="493956"/>
                  <a:pt x="1203638" y="484104"/>
                </a:cubicBezTo>
                <a:cubicBezTo>
                  <a:pt x="1111407" y="404300"/>
                  <a:pt x="1009633" y="336248"/>
                  <a:pt x="900647" y="281508"/>
                </a:cubicBezTo>
                <a:cubicBezTo>
                  <a:pt x="869295" y="265726"/>
                  <a:pt x="856672" y="227516"/>
                  <a:pt x="872454" y="196164"/>
                </a:cubicBezTo>
                <a:cubicBezTo>
                  <a:pt x="884290" y="172650"/>
                  <a:pt x="908742" y="159670"/>
                  <a:pt x="933455" y="161309"/>
                </a:cubicBezTo>
                <a:close/>
                <a:moveTo>
                  <a:pt x="256260" y="29"/>
                </a:moveTo>
                <a:cubicBezTo>
                  <a:pt x="322331" y="427"/>
                  <a:pt x="388378" y="4909"/>
                  <a:pt x="454020" y="13474"/>
                </a:cubicBezTo>
                <a:cubicBezTo>
                  <a:pt x="488793" y="17752"/>
                  <a:pt x="513514" y="49409"/>
                  <a:pt x="509236" y="84182"/>
                </a:cubicBezTo>
                <a:cubicBezTo>
                  <a:pt x="505303" y="116151"/>
                  <a:pt x="478038" y="140098"/>
                  <a:pt x="445829" y="139871"/>
                </a:cubicBezTo>
                <a:cubicBezTo>
                  <a:pt x="443027" y="139899"/>
                  <a:pt x="440227" y="139740"/>
                  <a:pt x="437447" y="139395"/>
                </a:cubicBezTo>
                <a:cubicBezTo>
                  <a:pt x="316592" y="123615"/>
                  <a:pt x="194247" y="122878"/>
                  <a:pt x="73211" y="137204"/>
                </a:cubicBezTo>
                <a:cubicBezTo>
                  <a:pt x="38532" y="142545"/>
                  <a:pt x="6090" y="118762"/>
                  <a:pt x="749" y="84082"/>
                </a:cubicBezTo>
                <a:cubicBezTo>
                  <a:pt x="-4591" y="49403"/>
                  <a:pt x="19192" y="16961"/>
                  <a:pt x="53871" y="11621"/>
                </a:cubicBezTo>
                <a:cubicBezTo>
                  <a:pt x="55358" y="11392"/>
                  <a:pt x="56852" y="11216"/>
                  <a:pt x="58352" y="11093"/>
                </a:cubicBezTo>
                <a:cubicBezTo>
                  <a:pt x="124093" y="3319"/>
                  <a:pt x="190189" y="-369"/>
                  <a:pt x="256260" y="29"/>
                </a:cubicBezTo>
                <a:close/>
              </a:path>
            </a:pathLst>
          </a:custGeom>
          <a:solidFill>
            <a:schemeClr val="accent4"/>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440542871"/>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7EC5685-19F1-49DA-ADE5-D5D32F1659B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AFFC0A4D-22A1-4554-B5DE-887974F4DF9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99D5CDC-F2CE-410E-AD13-DDC235C71C6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cap="none" spc="0" baseline="0">
                <a:solidFill>
                  <a:schemeClr val="tx1">
                    <a:tint val="75000"/>
                  </a:schemeClr>
                </a:solidFill>
                <a:latin typeface="+mn-lt"/>
              </a:defRPr>
            </a:lvl1pPr>
          </a:lstStyle>
          <a:p>
            <a:fld id="{82EDB8D0-98ED-4B86-9D5F-E61ADC70144D}" type="datetimeFigureOut">
              <a:rPr lang="en-US" smtClean="0"/>
              <a:pPr/>
              <a:t>5/12/2026</a:t>
            </a:fld>
            <a:endParaRPr lang="en-US"/>
          </a:p>
        </p:txBody>
      </p:sp>
      <p:sp>
        <p:nvSpPr>
          <p:cNvPr id="5" name="Footer Placeholder 4">
            <a:extLst>
              <a:ext uri="{FF2B5EF4-FFF2-40B4-BE49-F238E27FC236}">
                <a16:creationId xmlns:a16="http://schemas.microsoft.com/office/drawing/2014/main" id="{9340CD45-794A-4BB0-A427-0CE61AEAF48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cap="none" spc="0" baseline="0">
                <a:solidFill>
                  <a:schemeClr val="tx1">
                    <a:tint val="75000"/>
                  </a:schemeClr>
                </a:solidFill>
                <a:latin typeface="+mn-lt"/>
              </a:defRPr>
            </a:lvl1pPr>
          </a:lstStyle>
          <a:p>
            <a:endParaRPr lang="en-US"/>
          </a:p>
        </p:txBody>
      </p:sp>
      <p:sp>
        <p:nvSpPr>
          <p:cNvPr id="6" name="Slide Number Placeholder 5">
            <a:extLst>
              <a:ext uri="{FF2B5EF4-FFF2-40B4-BE49-F238E27FC236}">
                <a16:creationId xmlns:a16="http://schemas.microsoft.com/office/drawing/2014/main" id="{FCB3AB91-9588-4071-92D2-364F4A6ED09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cap="none" spc="0" baseline="0">
                <a:solidFill>
                  <a:schemeClr val="tx1">
                    <a:tint val="75000"/>
                  </a:schemeClr>
                </a:solidFill>
                <a:latin typeface="+mn-lt"/>
              </a:defRPr>
            </a:lvl1pPr>
          </a:lstStyle>
          <a:p>
            <a:fld id="{4854181D-6920-4594-9A5D-6CE56DC9F8B2}" type="slidenum">
              <a:rPr lang="en-US" smtClean="0"/>
              <a:pPr/>
              <a:t>‹#›</a:t>
            </a:fld>
            <a:endParaRPr lang="en-US"/>
          </a:p>
        </p:txBody>
      </p:sp>
    </p:spTree>
    <p:extLst>
      <p:ext uri="{BB962C8B-B14F-4D97-AF65-F5344CB8AC3E}">
        <p14:creationId xmlns:p14="http://schemas.microsoft.com/office/powerpoint/2010/main" val="3397138814"/>
      </p:ext>
    </p:extLst>
  </p:cSld>
  <p:clrMap bg1="lt1" tx1="dk1" bg2="lt2" tx2="dk2" accent1="accent1" accent2="accent2" accent3="accent3" accent4="accent4" accent5="accent5" accent6="accent6" hlink="hlink" folHlink="folHlink"/>
  <p:sldLayoutIdLst>
    <p:sldLayoutId id="2147483723" r:id="rId1"/>
    <p:sldLayoutId id="2147483728" r:id="rId2"/>
    <p:sldLayoutId id="2147483729" r:id="rId3"/>
    <p:sldLayoutId id="2147483730" r:id="rId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xml"/><Relationship Id="rId1" Type="http://schemas.openxmlformats.org/officeDocument/2006/relationships/slideLayout" Target="../slideLayouts/slideLayout4.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4.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4.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 name="Rectangle 19">
            <a:extLst>
              <a:ext uri="{FF2B5EF4-FFF2-40B4-BE49-F238E27FC236}">
                <a16:creationId xmlns:a16="http://schemas.microsoft.com/office/drawing/2014/main" id="{9F8A656C-0806-4677-A38B-DA5DF0F3C4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8467"/>
            <a:ext cx="12191999" cy="6866467"/>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4" name="Picture 3" descr="Glasses on top of a book">
            <a:extLst>
              <a:ext uri="{FF2B5EF4-FFF2-40B4-BE49-F238E27FC236}">
                <a16:creationId xmlns:a16="http://schemas.microsoft.com/office/drawing/2014/main" id="{3C651359-F0F0-4083-85A2-B7550B00879A}"/>
              </a:ext>
            </a:extLst>
          </p:cNvPr>
          <p:cNvPicPr>
            <a:picLocks noChangeAspect="1"/>
          </p:cNvPicPr>
          <p:nvPr/>
        </p:nvPicPr>
        <p:blipFill rotWithShape="1">
          <a:blip r:embed="rId2">
            <a:alphaModFix amt="55000"/>
          </a:blip>
          <a:srcRect t="13324" b="1770"/>
          <a:stretch/>
        </p:blipFill>
        <p:spPr>
          <a:xfrm>
            <a:off x="-68453" y="10"/>
            <a:ext cx="12191980" cy="6857990"/>
          </a:xfrm>
          <a:prstGeom prst="rect">
            <a:avLst/>
          </a:prstGeom>
        </p:spPr>
      </p:pic>
      <p:sp>
        <p:nvSpPr>
          <p:cNvPr id="22" name="Rectangle: Rounded Corners 21">
            <a:extLst>
              <a:ext uri="{FF2B5EF4-FFF2-40B4-BE49-F238E27FC236}">
                <a16:creationId xmlns:a16="http://schemas.microsoft.com/office/drawing/2014/main" id="{9BEF8C6D-8BB3-473A-9607-D7381CC5C0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027537" y="643467"/>
            <a:ext cx="5520995" cy="5215839"/>
          </a:xfrm>
          <a:prstGeom prst="roundRect">
            <a:avLst>
              <a:gd name="adj" fmla="val 2654"/>
            </a:avLst>
          </a:prstGeom>
          <a:solidFill>
            <a:schemeClr val="bg1">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F9748FEC-70FB-41CD-815E-CEB589913BB2}"/>
              </a:ext>
            </a:extLst>
          </p:cNvPr>
          <p:cNvSpPr>
            <a:spLocks noGrp="1"/>
          </p:cNvSpPr>
          <p:nvPr>
            <p:ph type="ctrTitle"/>
          </p:nvPr>
        </p:nvSpPr>
        <p:spPr>
          <a:xfrm>
            <a:off x="6257047" y="795509"/>
            <a:ext cx="5037616" cy="3011340"/>
          </a:xfrm>
        </p:spPr>
        <p:txBody>
          <a:bodyPr>
            <a:normAutofit/>
          </a:bodyPr>
          <a:lstStyle/>
          <a:p>
            <a:r>
              <a:rPr lang="en-GB"/>
              <a:t>UIV Revision</a:t>
            </a:r>
          </a:p>
        </p:txBody>
      </p:sp>
      <p:sp>
        <p:nvSpPr>
          <p:cNvPr id="24" name="Arc 23">
            <a:extLst>
              <a:ext uri="{FF2B5EF4-FFF2-40B4-BE49-F238E27FC236}">
                <a16:creationId xmlns:a16="http://schemas.microsoft.com/office/drawing/2014/main" id="{DCFDFFB9-D302-4A05-A770-D3323225472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306764" y="906791"/>
            <a:ext cx="2987899" cy="2987899"/>
          </a:xfrm>
          <a:prstGeom prst="arc">
            <a:avLst>
              <a:gd name="adj1" fmla="val 16200000"/>
              <a:gd name="adj2" fmla="val 114657"/>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13091746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9" name="Rectangle 28">
            <a:extLst>
              <a:ext uri="{FF2B5EF4-FFF2-40B4-BE49-F238E27FC236}">
                <a16:creationId xmlns:a16="http://schemas.microsoft.com/office/drawing/2014/main" id="{AE5A632B-B15A-489E-8337-BC0F40DBC21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1" name="Arc 30">
            <a:extLst>
              <a:ext uri="{FF2B5EF4-FFF2-40B4-BE49-F238E27FC236}">
                <a16:creationId xmlns:a16="http://schemas.microsoft.com/office/drawing/2014/main" id="{6E895C8D-1379-40B8-8B1B-B6F5AEAF0A6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505262" y="859948"/>
            <a:ext cx="2987899" cy="2987899"/>
          </a:xfrm>
          <a:prstGeom prst="arc">
            <a:avLst>
              <a:gd name="adj1" fmla="val 14612914"/>
              <a:gd name="adj2" fmla="val 0"/>
            </a:avLst>
          </a:prstGeom>
          <a:ln w="127000" cap="rnd">
            <a:solidFill>
              <a:schemeClr val="accent2">
                <a:lumMod val="75000"/>
              </a:schemeClr>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01BEB30-579B-479B-91D2-5857B9421620}"/>
              </a:ext>
            </a:extLst>
          </p:cNvPr>
          <p:cNvSpPr>
            <a:spLocks noGrp="1"/>
          </p:cNvSpPr>
          <p:nvPr>
            <p:ph type="title"/>
          </p:nvPr>
        </p:nvSpPr>
        <p:spPr>
          <a:xfrm>
            <a:off x="838200" y="643467"/>
            <a:ext cx="2951205" cy="5571066"/>
          </a:xfrm>
        </p:spPr>
        <p:txBody>
          <a:bodyPr>
            <a:normAutofit/>
          </a:bodyPr>
          <a:lstStyle/>
          <a:p>
            <a:r>
              <a:rPr lang="en-GB">
                <a:solidFill>
                  <a:srgbClr val="FFFFFF"/>
                </a:solidFill>
              </a:rPr>
              <a:t>Judaism</a:t>
            </a:r>
          </a:p>
        </p:txBody>
      </p:sp>
      <p:sp>
        <p:nvSpPr>
          <p:cNvPr id="33" name="Rectangle: Rounded Corners 32">
            <a:extLst>
              <a:ext uri="{FF2B5EF4-FFF2-40B4-BE49-F238E27FC236}">
                <a16:creationId xmlns:a16="http://schemas.microsoft.com/office/drawing/2014/main" id="{651547D7-AD18-407B-A5F4-F8225B5DCFC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85452" y="434266"/>
            <a:ext cx="7217701" cy="5922084"/>
          </a:xfrm>
          <a:prstGeom prst="roundRect">
            <a:avLst>
              <a:gd name="adj" fmla="val 3174"/>
            </a:avLst>
          </a:prstGeom>
          <a:solidFill>
            <a:schemeClr val="bg1">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aphicFrame>
        <p:nvGraphicFramePr>
          <p:cNvPr id="5" name="Content Placeholder 2">
            <a:extLst>
              <a:ext uri="{FF2B5EF4-FFF2-40B4-BE49-F238E27FC236}">
                <a16:creationId xmlns:a16="http://schemas.microsoft.com/office/drawing/2014/main" id="{4F95DBCE-688A-4349-B38B-1BC5BC47C1E3}"/>
              </a:ext>
            </a:extLst>
          </p:cNvPr>
          <p:cNvGraphicFramePr>
            <a:graphicFrameLocks noGrp="1"/>
          </p:cNvGraphicFramePr>
          <p:nvPr>
            <p:ph idx="1"/>
            <p:extLst>
              <p:ext uri="{D42A27DB-BD31-4B8C-83A1-F6EECF244321}">
                <p14:modId xmlns:p14="http://schemas.microsoft.com/office/powerpoint/2010/main" val="3435231014"/>
              </p:ext>
            </p:extLst>
          </p:nvPr>
        </p:nvGraphicFramePr>
        <p:xfrm>
          <a:off x="4763911" y="609600"/>
          <a:ext cx="6735443" cy="556460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12424533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709F1D5-B0F1-4714-A239-E5B61C16191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 name="Rectangle: Rounded Corners 9">
            <a:extLst>
              <a:ext uri="{FF2B5EF4-FFF2-40B4-BE49-F238E27FC236}">
                <a16:creationId xmlns:a16="http://schemas.microsoft.com/office/drawing/2014/main" id="{228FB460-D3FF-4440-A020-05982A09E5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40546" y="1011045"/>
            <a:ext cx="4369859" cy="4369859"/>
          </a:xfrm>
          <a:prstGeom prst="roundRect">
            <a:avLst>
              <a:gd name="adj" fmla="val 2757"/>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9A891968-1089-3214-61C2-5BFC95158762}"/>
              </a:ext>
            </a:extLst>
          </p:cNvPr>
          <p:cNvSpPr>
            <a:spLocks noGrp="1"/>
          </p:cNvSpPr>
          <p:nvPr>
            <p:ph type="title"/>
          </p:nvPr>
        </p:nvSpPr>
        <p:spPr>
          <a:xfrm>
            <a:off x="956826" y="1112969"/>
            <a:ext cx="3937298" cy="4166010"/>
          </a:xfrm>
        </p:spPr>
        <p:txBody>
          <a:bodyPr>
            <a:normAutofit/>
          </a:bodyPr>
          <a:lstStyle/>
          <a:p>
            <a:r>
              <a:rPr lang="en-GB" sz="4800">
                <a:solidFill>
                  <a:srgbClr val="FFFFFF"/>
                </a:solidFill>
              </a:rPr>
              <a:t>Beliefs about G-d</a:t>
            </a:r>
          </a:p>
        </p:txBody>
      </p:sp>
      <p:sp>
        <p:nvSpPr>
          <p:cNvPr id="12" name="Freeform: Shape 11">
            <a:extLst>
              <a:ext uri="{FF2B5EF4-FFF2-40B4-BE49-F238E27FC236}">
                <a16:creationId xmlns:a16="http://schemas.microsoft.com/office/drawing/2014/main" id="{14847E93-7DC1-4D4B-8829-B19AA7137C5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530529" y="0"/>
            <a:ext cx="1155142" cy="591009"/>
          </a:xfrm>
          <a:custGeom>
            <a:avLst/>
            <a:gdLst>
              <a:gd name="connsiteX0" fmla="*/ 1355 w 1155142"/>
              <a:gd name="connsiteY0" fmla="*/ 0 h 591009"/>
              <a:gd name="connsiteX1" fmla="*/ 1153787 w 1155142"/>
              <a:gd name="connsiteY1" fmla="*/ 0 h 591009"/>
              <a:gd name="connsiteX2" fmla="*/ 1155142 w 1155142"/>
              <a:gd name="connsiteY2" fmla="*/ 13438 h 591009"/>
              <a:gd name="connsiteX3" fmla="*/ 577571 w 1155142"/>
              <a:gd name="connsiteY3" fmla="*/ 591009 h 591009"/>
              <a:gd name="connsiteX4" fmla="*/ 0 w 1155142"/>
              <a:gd name="connsiteY4" fmla="*/ 13438 h 5910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5142" h="591009">
                <a:moveTo>
                  <a:pt x="1355" y="0"/>
                </a:moveTo>
                <a:lnTo>
                  <a:pt x="1153787" y="0"/>
                </a:lnTo>
                <a:lnTo>
                  <a:pt x="1155142" y="13438"/>
                </a:lnTo>
                <a:cubicBezTo>
                  <a:pt x="1155142" y="332422"/>
                  <a:pt x="896555" y="591009"/>
                  <a:pt x="577571" y="591009"/>
                </a:cubicBezTo>
                <a:cubicBezTo>
                  <a:pt x="258587" y="591009"/>
                  <a:pt x="0" y="332422"/>
                  <a:pt x="0" y="13438"/>
                </a:cubicBez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 name="Freeform: Shape 13">
            <a:extLst>
              <a:ext uri="{FF2B5EF4-FFF2-40B4-BE49-F238E27FC236}">
                <a16:creationId xmlns:a16="http://schemas.microsoft.com/office/drawing/2014/main" id="{5566D6E1-03A1-4D73-A4E0-35D74D568A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961511" y="-1"/>
            <a:ext cx="1737401" cy="959536"/>
          </a:xfrm>
          <a:custGeom>
            <a:avLst/>
            <a:gdLst>
              <a:gd name="connsiteX0" fmla="*/ 0 w 1737401"/>
              <a:gd name="connsiteY0" fmla="*/ 0 h 959536"/>
              <a:gd name="connsiteX1" fmla="*/ 123825 w 1737401"/>
              <a:gd name="connsiteY1" fmla="*/ 0 h 959536"/>
              <a:gd name="connsiteX2" fmla="*/ 123825 w 1737401"/>
              <a:gd name="connsiteY2" fmla="*/ 790277 h 959536"/>
              <a:gd name="connsiteX3" fmla="*/ 1490095 w 1737401"/>
              <a:gd name="connsiteY3" fmla="*/ 0 h 959536"/>
              <a:gd name="connsiteX4" fmla="*/ 1737401 w 1737401"/>
              <a:gd name="connsiteY4" fmla="*/ 0 h 959536"/>
              <a:gd name="connsiteX5" fmla="*/ 92869 w 1737401"/>
              <a:gd name="connsiteY5" fmla="*/ 951249 h 959536"/>
              <a:gd name="connsiteX6" fmla="*/ 61913 w 1737401"/>
              <a:gd name="connsiteY6" fmla="*/ 959536 h 959536"/>
              <a:gd name="connsiteX7" fmla="*/ 0 w 1737401"/>
              <a:gd name="connsiteY7" fmla="*/ 897624 h 959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37401" h="959536">
                <a:moveTo>
                  <a:pt x="0" y="0"/>
                </a:moveTo>
                <a:lnTo>
                  <a:pt x="123825" y="0"/>
                </a:lnTo>
                <a:lnTo>
                  <a:pt x="123825" y="790277"/>
                </a:lnTo>
                <a:lnTo>
                  <a:pt x="1490095" y="0"/>
                </a:lnTo>
                <a:lnTo>
                  <a:pt x="1737401" y="0"/>
                </a:lnTo>
                <a:lnTo>
                  <a:pt x="92869" y="951249"/>
                </a:lnTo>
                <a:cubicBezTo>
                  <a:pt x="83458" y="956688"/>
                  <a:pt x="72780" y="959546"/>
                  <a:pt x="61913" y="959536"/>
                </a:cubicBezTo>
                <a:cubicBezTo>
                  <a:pt x="27719" y="959536"/>
                  <a:pt x="0" y="931818"/>
                  <a:pt x="0" y="897624"/>
                </a:cubicBezTo>
                <a:close/>
              </a:path>
            </a:pathLst>
          </a:custGeom>
          <a:solidFill>
            <a:schemeClr val="accent6"/>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 name="Freeform: Shape 15">
            <a:extLst>
              <a:ext uri="{FF2B5EF4-FFF2-40B4-BE49-F238E27FC236}">
                <a16:creationId xmlns:a16="http://schemas.microsoft.com/office/drawing/2014/main" id="{9F835A99-04AC-494A-A572-AFE8413CC9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2936831"/>
            <a:ext cx="159741" cy="552996"/>
          </a:xfrm>
          <a:custGeom>
            <a:avLst/>
            <a:gdLst>
              <a:gd name="connsiteX0" fmla="*/ 159741 w 159741"/>
              <a:gd name="connsiteY0" fmla="*/ 0 h 552996"/>
              <a:gd name="connsiteX1" fmla="*/ 159741 w 159741"/>
              <a:gd name="connsiteY1" fmla="*/ 552996 h 552996"/>
              <a:gd name="connsiteX2" fmla="*/ 141849 w 159741"/>
              <a:gd name="connsiteY2" fmla="*/ 543285 h 552996"/>
              <a:gd name="connsiteX3" fmla="*/ 0 w 159741"/>
              <a:gd name="connsiteY3" fmla="*/ 276498 h 552996"/>
              <a:gd name="connsiteX4" fmla="*/ 141849 w 159741"/>
              <a:gd name="connsiteY4" fmla="*/ 9711 h 5529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9741" h="552996">
                <a:moveTo>
                  <a:pt x="159741" y="0"/>
                </a:moveTo>
                <a:lnTo>
                  <a:pt x="159741" y="552996"/>
                </a:lnTo>
                <a:lnTo>
                  <a:pt x="141849" y="543285"/>
                </a:lnTo>
                <a:cubicBezTo>
                  <a:pt x="56268" y="485467"/>
                  <a:pt x="0" y="387554"/>
                  <a:pt x="0" y="276498"/>
                </a:cubicBezTo>
                <a:cubicBezTo>
                  <a:pt x="0" y="165443"/>
                  <a:pt x="56268" y="67529"/>
                  <a:pt x="141849" y="9711"/>
                </a:cubicBezTo>
                <a:close/>
              </a:path>
            </a:pathLst>
          </a:custGeom>
          <a:solidFill>
            <a:schemeClr val="accent4"/>
          </a:solidFill>
          <a:ln w="12700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Content Placeholder 2">
            <a:extLst>
              <a:ext uri="{FF2B5EF4-FFF2-40B4-BE49-F238E27FC236}">
                <a16:creationId xmlns:a16="http://schemas.microsoft.com/office/drawing/2014/main" id="{C5C9C336-3CB5-F3DB-9949-1680218F4DB2}"/>
              </a:ext>
            </a:extLst>
          </p:cNvPr>
          <p:cNvSpPr>
            <a:spLocks noGrp="1"/>
          </p:cNvSpPr>
          <p:nvPr>
            <p:ph idx="1"/>
          </p:nvPr>
        </p:nvSpPr>
        <p:spPr>
          <a:xfrm>
            <a:off x="6096000" y="820880"/>
            <a:ext cx="5257799" cy="4889350"/>
          </a:xfrm>
        </p:spPr>
        <p:txBody>
          <a:bodyPr anchor="t">
            <a:normAutofit/>
          </a:bodyPr>
          <a:lstStyle/>
          <a:p>
            <a:r>
              <a:rPr lang="en-GB"/>
              <a:t>Why is G-d so important to Jews?</a:t>
            </a:r>
          </a:p>
          <a:p>
            <a:r>
              <a:rPr lang="en-GB"/>
              <a:t>What is the Shema? </a:t>
            </a:r>
          </a:p>
          <a:p>
            <a:r>
              <a:rPr lang="en-GB"/>
              <a:t>What does it teach?</a:t>
            </a:r>
          </a:p>
          <a:p>
            <a:r>
              <a:rPr lang="en-US"/>
              <a:t>What do Jews believe about G-d and what physical symbols are sometimes used to indicate the importance of these beliefs?</a:t>
            </a:r>
          </a:p>
          <a:p>
            <a:endParaRPr lang="en-GB"/>
          </a:p>
        </p:txBody>
      </p:sp>
      <p:sp>
        <p:nvSpPr>
          <p:cNvPr id="18" name="Freeform: Shape 17">
            <a:extLst>
              <a:ext uri="{FF2B5EF4-FFF2-40B4-BE49-F238E27FC236}">
                <a16:creationId xmlns:a16="http://schemas.microsoft.com/office/drawing/2014/main" id="{7B786209-1B0B-4CA9-9BDD-F7327066A8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5835649"/>
            <a:ext cx="1548180" cy="1022351"/>
          </a:xfrm>
          <a:custGeom>
            <a:avLst/>
            <a:gdLst>
              <a:gd name="connsiteX0" fmla="*/ 61913 w 1548180"/>
              <a:gd name="connsiteY0" fmla="*/ 0 h 1022351"/>
              <a:gd name="connsiteX1" fmla="*/ 1548180 w 1548180"/>
              <a:gd name="connsiteY1" fmla="*/ 0 h 1022351"/>
              <a:gd name="connsiteX2" fmla="*/ 1548180 w 1548180"/>
              <a:gd name="connsiteY2" fmla="*/ 123825 h 1022351"/>
              <a:gd name="connsiteX3" fmla="*/ 123825 w 1548180"/>
              <a:gd name="connsiteY3" fmla="*/ 123825 h 1022351"/>
              <a:gd name="connsiteX4" fmla="*/ 123825 w 1548180"/>
              <a:gd name="connsiteY4" fmla="*/ 1022351 h 1022351"/>
              <a:gd name="connsiteX5" fmla="*/ 0 w 1548180"/>
              <a:gd name="connsiteY5" fmla="*/ 1022351 h 1022351"/>
              <a:gd name="connsiteX6" fmla="*/ 0 w 1548180"/>
              <a:gd name="connsiteY6" fmla="*/ 61913 h 1022351"/>
              <a:gd name="connsiteX7" fmla="*/ 61913 w 1548180"/>
              <a:gd name="connsiteY7" fmla="*/ 0 h 10223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548180" h="1022351">
                <a:moveTo>
                  <a:pt x="61913" y="0"/>
                </a:moveTo>
                <a:lnTo>
                  <a:pt x="1548180" y="0"/>
                </a:lnTo>
                <a:lnTo>
                  <a:pt x="1548180" y="123825"/>
                </a:lnTo>
                <a:lnTo>
                  <a:pt x="123825" y="123825"/>
                </a:lnTo>
                <a:lnTo>
                  <a:pt x="123825" y="1022351"/>
                </a:lnTo>
                <a:lnTo>
                  <a:pt x="0" y="1022351"/>
                </a:lnTo>
                <a:lnTo>
                  <a:pt x="0" y="61913"/>
                </a:lnTo>
                <a:cubicBezTo>
                  <a:pt x="0" y="27719"/>
                  <a:pt x="27719" y="0"/>
                  <a:pt x="61913" y="0"/>
                </a:cubicBezTo>
                <a:close/>
              </a:path>
            </a:pathLst>
          </a:custGeom>
          <a:solidFill>
            <a:schemeClr val="accent6"/>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0" name="Freeform: Shape 19">
            <a:extLst>
              <a:ext uri="{FF2B5EF4-FFF2-40B4-BE49-F238E27FC236}">
                <a16:creationId xmlns:a16="http://schemas.microsoft.com/office/drawing/2014/main" id="{2D2964BB-484D-45AE-AD66-D407D06296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418308" y="5717905"/>
            <a:ext cx="1771609" cy="1140095"/>
          </a:xfrm>
          <a:custGeom>
            <a:avLst/>
            <a:gdLst>
              <a:gd name="connsiteX0" fmla="*/ 1561721 w 1771609"/>
              <a:gd name="connsiteY0" fmla="*/ 763041 h 1140095"/>
              <a:gd name="connsiteX1" fmla="*/ 1623024 w 1771609"/>
              <a:gd name="connsiteY1" fmla="*/ 792810 h 1140095"/>
              <a:gd name="connsiteX2" fmla="*/ 1711735 w 1771609"/>
              <a:gd name="connsiteY2" fmla="*/ 970132 h 1140095"/>
              <a:gd name="connsiteX3" fmla="*/ 1771609 w 1771609"/>
              <a:gd name="connsiteY3" fmla="*/ 1140095 h 1140095"/>
              <a:gd name="connsiteX4" fmla="*/ 1637225 w 1771609"/>
              <a:gd name="connsiteY4" fmla="*/ 1140095 h 1140095"/>
              <a:gd name="connsiteX5" fmla="*/ 1594820 w 1771609"/>
              <a:gd name="connsiteY5" fmla="*/ 1019711 h 1140095"/>
              <a:gd name="connsiteX6" fmla="*/ 1513200 w 1771609"/>
              <a:gd name="connsiteY6" fmla="*/ 856627 h 1140095"/>
              <a:gd name="connsiteX7" fmla="*/ 1538499 w 1771609"/>
              <a:gd name="connsiteY7" fmla="*/ 770415 h 1140095"/>
              <a:gd name="connsiteX8" fmla="*/ 1561721 w 1771609"/>
              <a:gd name="connsiteY8" fmla="*/ 763041 h 1140095"/>
              <a:gd name="connsiteX9" fmla="*/ 933455 w 1771609"/>
              <a:gd name="connsiteY9" fmla="*/ 161309 h 1140095"/>
              <a:gd name="connsiteX10" fmla="*/ 957797 w 1771609"/>
              <a:gd name="connsiteY10" fmla="*/ 167970 h 1140095"/>
              <a:gd name="connsiteX11" fmla="*/ 1286982 w 1771609"/>
              <a:gd name="connsiteY11" fmla="*/ 387616 h 1140095"/>
              <a:gd name="connsiteX12" fmla="*/ 1293725 w 1771609"/>
              <a:gd name="connsiteY12" fmla="*/ 477075 h 1140095"/>
              <a:gd name="connsiteX13" fmla="*/ 1245453 w 1771609"/>
              <a:gd name="connsiteY13" fmla="*/ 499154 h 1140095"/>
              <a:gd name="connsiteX14" fmla="*/ 1245167 w 1771609"/>
              <a:gd name="connsiteY14" fmla="*/ 499154 h 1140095"/>
              <a:gd name="connsiteX15" fmla="*/ 1203638 w 1771609"/>
              <a:gd name="connsiteY15" fmla="*/ 484104 h 1140095"/>
              <a:gd name="connsiteX16" fmla="*/ 900647 w 1771609"/>
              <a:gd name="connsiteY16" fmla="*/ 281508 h 1140095"/>
              <a:gd name="connsiteX17" fmla="*/ 872454 w 1771609"/>
              <a:gd name="connsiteY17" fmla="*/ 196164 h 1140095"/>
              <a:gd name="connsiteX18" fmla="*/ 933455 w 1771609"/>
              <a:gd name="connsiteY18" fmla="*/ 161309 h 1140095"/>
              <a:gd name="connsiteX19" fmla="*/ 256260 w 1771609"/>
              <a:gd name="connsiteY19" fmla="*/ 29 h 1140095"/>
              <a:gd name="connsiteX20" fmla="*/ 454020 w 1771609"/>
              <a:gd name="connsiteY20" fmla="*/ 13474 h 1140095"/>
              <a:gd name="connsiteX21" fmla="*/ 509236 w 1771609"/>
              <a:gd name="connsiteY21" fmla="*/ 84182 h 1140095"/>
              <a:gd name="connsiteX22" fmla="*/ 445829 w 1771609"/>
              <a:gd name="connsiteY22" fmla="*/ 139871 h 1140095"/>
              <a:gd name="connsiteX23" fmla="*/ 437447 w 1771609"/>
              <a:gd name="connsiteY23" fmla="*/ 139395 h 1140095"/>
              <a:gd name="connsiteX24" fmla="*/ 73211 w 1771609"/>
              <a:gd name="connsiteY24" fmla="*/ 137204 h 1140095"/>
              <a:gd name="connsiteX25" fmla="*/ 749 w 1771609"/>
              <a:gd name="connsiteY25" fmla="*/ 84082 h 1140095"/>
              <a:gd name="connsiteX26" fmla="*/ 53871 w 1771609"/>
              <a:gd name="connsiteY26" fmla="*/ 11621 h 1140095"/>
              <a:gd name="connsiteX27" fmla="*/ 58352 w 1771609"/>
              <a:gd name="connsiteY27" fmla="*/ 11093 h 1140095"/>
              <a:gd name="connsiteX28" fmla="*/ 256260 w 1771609"/>
              <a:gd name="connsiteY28" fmla="*/ 29 h 11400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771609" h="1140095">
                <a:moveTo>
                  <a:pt x="1561721" y="763041"/>
                </a:moveTo>
                <a:cubicBezTo>
                  <a:pt x="1585506" y="760324"/>
                  <a:pt x="1609722" y="771249"/>
                  <a:pt x="1623024" y="792810"/>
                </a:cubicBezTo>
                <a:cubicBezTo>
                  <a:pt x="1656300" y="850065"/>
                  <a:pt x="1685920" y="909291"/>
                  <a:pt x="1711735" y="970132"/>
                </a:cubicBezTo>
                <a:lnTo>
                  <a:pt x="1771609" y="1140095"/>
                </a:lnTo>
                <a:lnTo>
                  <a:pt x="1637225" y="1140095"/>
                </a:lnTo>
                <a:lnTo>
                  <a:pt x="1594820" y="1019711"/>
                </a:lnTo>
                <a:cubicBezTo>
                  <a:pt x="1571072" y="963753"/>
                  <a:pt x="1543818" y="909282"/>
                  <a:pt x="1513200" y="856627"/>
                </a:cubicBezTo>
                <a:cubicBezTo>
                  <a:pt x="1496379" y="825834"/>
                  <a:pt x="1507704" y="787236"/>
                  <a:pt x="1538499" y="770415"/>
                </a:cubicBezTo>
                <a:cubicBezTo>
                  <a:pt x="1545912" y="766367"/>
                  <a:pt x="1553792" y="763946"/>
                  <a:pt x="1561721" y="763041"/>
                </a:cubicBezTo>
                <a:close/>
                <a:moveTo>
                  <a:pt x="933455" y="161309"/>
                </a:moveTo>
                <a:cubicBezTo>
                  <a:pt x="941693" y="161855"/>
                  <a:pt x="949959" y="164025"/>
                  <a:pt x="957797" y="167970"/>
                </a:cubicBezTo>
                <a:cubicBezTo>
                  <a:pt x="1076184" y="227289"/>
                  <a:pt x="1186759" y="301068"/>
                  <a:pt x="1286982" y="387616"/>
                </a:cubicBezTo>
                <a:cubicBezTo>
                  <a:pt x="1313547" y="410457"/>
                  <a:pt x="1316566" y="450510"/>
                  <a:pt x="1293725" y="477075"/>
                </a:cubicBezTo>
                <a:cubicBezTo>
                  <a:pt x="1281638" y="491137"/>
                  <a:pt x="1263998" y="499204"/>
                  <a:pt x="1245453" y="499154"/>
                </a:cubicBezTo>
                <a:lnTo>
                  <a:pt x="1245167" y="499154"/>
                </a:lnTo>
                <a:cubicBezTo>
                  <a:pt x="1229965" y="499301"/>
                  <a:pt x="1215220" y="493956"/>
                  <a:pt x="1203638" y="484104"/>
                </a:cubicBezTo>
                <a:cubicBezTo>
                  <a:pt x="1111407" y="404300"/>
                  <a:pt x="1009633" y="336248"/>
                  <a:pt x="900647" y="281508"/>
                </a:cubicBezTo>
                <a:cubicBezTo>
                  <a:pt x="869295" y="265726"/>
                  <a:pt x="856672" y="227516"/>
                  <a:pt x="872454" y="196164"/>
                </a:cubicBezTo>
                <a:cubicBezTo>
                  <a:pt x="884290" y="172650"/>
                  <a:pt x="908742" y="159670"/>
                  <a:pt x="933455" y="161309"/>
                </a:cubicBezTo>
                <a:close/>
                <a:moveTo>
                  <a:pt x="256260" y="29"/>
                </a:moveTo>
                <a:cubicBezTo>
                  <a:pt x="322331" y="427"/>
                  <a:pt x="388378" y="4909"/>
                  <a:pt x="454020" y="13474"/>
                </a:cubicBezTo>
                <a:cubicBezTo>
                  <a:pt x="488793" y="17752"/>
                  <a:pt x="513514" y="49409"/>
                  <a:pt x="509236" y="84182"/>
                </a:cubicBezTo>
                <a:cubicBezTo>
                  <a:pt x="505303" y="116151"/>
                  <a:pt x="478038" y="140098"/>
                  <a:pt x="445829" y="139871"/>
                </a:cubicBezTo>
                <a:cubicBezTo>
                  <a:pt x="443027" y="139899"/>
                  <a:pt x="440227" y="139740"/>
                  <a:pt x="437447" y="139395"/>
                </a:cubicBezTo>
                <a:cubicBezTo>
                  <a:pt x="316592" y="123615"/>
                  <a:pt x="194247" y="122878"/>
                  <a:pt x="73211" y="137204"/>
                </a:cubicBezTo>
                <a:cubicBezTo>
                  <a:pt x="38532" y="142545"/>
                  <a:pt x="6090" y="118762"/>
                  <a:pt x="749" y="84082"/>
                </a:cubicBezTo>
                <a:cubicBezTo>
                  <a:pt x="-4591" y="49403"/>
                  <a:pt x="19192" y="16961"/>
                  <a:pt x="53871" y="11621"/>
                </a:cubicBezTo>
                <a:cubicBezTo>
                  <a:pt x="55358" y="11392"/>
                  <a:pt x="56852" y="11216"/>
                  <a:pt x="58352" y="11093"/>
                </a:cubicBezTo>
                <a:cubicBezTo>
                  <a:pt x="124093" y="3319"/>
                  <a:pt x="190189" y="-369"/>
                  <a:pt x="256260" y="29"/>
                </a:cubicBezTo>
                <a:close/>
              </a:path>
            </a:pathLst>
          </a:custGeom>
          <a:solidFill>
            <a:schemeClr val="accent4"/>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2" name="Freeform: Shape 21">
            <a:extLst>
              <a:ext uri="{FF2B5EF4-FFF2-40B4-BE49-F238E27FC236}">
                <a16:creationId xmlns:a16="http://schemas.microsoft.com/office/drawing/2014/main" id="{6691AC69-A76E-4DAB-B565-468B6B87ACF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132972" y="6258755"/>
            <a:ext cx="1565940" cy="599245"/>
          </a:xfrm>
          <a:custGeom>
            <a:avLst/>
            <a:gdLst>
              <a:gd name="connsiteX0" fmla="*/ 782970 w 1565940"/>
              <a:gd name="connsiteY0" fmla="*/ 0 h 599245"/>
              <a:gd name="connsiteX1" fmla="*/ 1528042 w 1565940"/>
              <a:gd name="connsiteY1" fmla="*/ 480469 h 599245"/>
              <a:gd name="connsiteX2" fmla="*/ 1565940 w 1565940"/>
              <a:gd name="connsiteY2" fmla="*/ 599245 h 599245"/>
              <a:gd name="connsiteX3" fmla="*/ 0 w 1565940"/>
              <a:gd name="connsiteY3" fmla="*/ 599245 h 599245"/>
              <a:gd name="connsiteX4" fmla="*/ 37898 w 1565940"/>
              <a:gd name="connsiteY4" fmla="*/ 480469 h 599245"/>
              <a:gd name="connsiteX5" fmla="*/ 782970 w 1565940"/>
              <a:gd name="connsiteY5" fmla="*/ 0 h 5992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65940" h="599245">
                <a:moveTo>
                  <a:pt x="782970" y="0"/>
                </a:moveTo>
                <a:cubicBezTo>
                  <a:pt x="1117910" y="0"/>
                  <a:pt x="1405287" y="198118"/>
                  <a:pt x="1528042" y="480469"/>
                </a:cubicBezTo>
                <a:lnTo>
                  <a:pt x="1565940" y="599245"/>
                </a:lnTo>
                <a:lnTo>
                  <a:pt x="0" y="599245"/>
                </a:lnTo>
                <a:lnTo>
                  <a:pt x="37898" y="480469"/>
                </a:lnTo>
                <a:cubicBezTo>
                  <a:pt x="160653" y="198118"/>
                  <a:pt x="448030" y="0"/>
                  <a:pt x="782970"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1419270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6" name="Rectangle 35">
            <a:extLst>
              <a:ext uri="{FF2B5EF4-FFF2-40B4-BE49-F238E27FC236}">
                <a16:creationId xmlns:a16="http://schemas.microsoft.com/office/drawing/2014/main" id="{1709F1D5-B0F1-4714-A239-E5B61C16191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8" name="Rectangle: Rounded Corners 37">
            <a:extLst>
              <a:ext uri="{FF2B5EF4-FFF2-40B4-BE49-F238E27FC236}">
                <a16:creationId xmlns:a16="http://schemas.microsoft.com/office/drawing/2014/main" id="{228FB460-D3FF-4440-A020-05982A09E5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40546" y="1011045"/>
            <a:ext cx="4369859" cy="4369859"/>
          </a:xfrm>
          <a:prstGeom prst="roundRect">
            <a:avLst>
              <a:gd name="adj" fmla="val 2757"/>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FAD240F0-5A73-42EC-BB10-B4E33FCC75EB}"/>
              </a:ext>
            </a:extLst>
          </p:cNvPr>
          <p:cNvSpPr>
            <a:spLocks noGrp="1"/>
          </p:cNvSpPr>
          <p:nvPr>
            <p:ph type="title"/>
          </p:nvPr>
        </p:nvSpPr>
        <p:spPr>
          <a:xfrm>
            <a:off x="956826" y="1112969"/>
            <a:ext cx="3937298" cy="4166010"/>
          </a:xfrm>
        </p:spPr>
        <p:txBody>
          <a:bodyPr>
            <a:normAutofit/>
          </a:bodyPr>
          <a:lstStyle/>
          <a:p>
            <a:r>
              <a:rPr lang="en-US">
                <a:solidFill>
                  <a:srgbClr val="FFFFFF"/>
                </a:solidFill>
              </a:rPr>
              <a:t>Moses </a:t>
            </a:r>
            <a:endParaRPr lang="en-GB">
              <a:solidFill>
                <a:srgbClr val="FFFFFF"/>
              </a:solidFill>
            </a:endParaRPr>
          </a:p>
        </p:txBody>
      </p:sp>
      <p:sp>
        <p:nvSpPr>
          <p:cNvPr id="40" name="Freeform: Shape 39">
            <a:extLst>
              <a:ext uri="{FF2B5EF4-FFF2-40B4-BE49-F238E27FC236}">
                <a16:creationId xmlns:a16="http://schemas.microsoft.com/office/drawing/2014/main" id="{14847E93-7DC1-4D4B-8829-B19AA7137C5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530529" y="0"/>
            <a:ext cx="1155142" cy="591009"/>
          </a:xfrm>
          <a:custGeom>
            <a:avLst/>
            <a:gdLst>
              <a:gd name="connsiteX0" fmla="*/ 1355 w 1155142"/>
              <a:gd name="connsiteY0" fmla="*/ 0 h 591009"/>
              <a:gd name="connsiteX1" fmla="*/ 1153787 w 1155142"/>
              <a:gd name="connsiteY1" fmla="*/ 0 h 591009"/>
              <a:gd name="connsiteX2" fmla="*/ 1155142 w 1155142"/>
              <a:gd name="connsiteY2" fmla="*/ 13438 h 591009"/>
              <a:gd name="connsiteX3" fmla="*/ 577571 w 1155142"/>
              <a:gd name="connsiteY3" fmla="*/ 591009 h 591009"/>
              <a:gd name="connsiteX4" fmla="*/ 0 w 1155142"/>
              <a:gd name="connsiteY4" fmla="*/ 13438 h 5910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5142" h="591009">
                <a:moveTo>
                  <a:pt x="1355" y="0"/>
                </a:moveTo>
                <a:lnTo>
                  <a:pt x="1153787" y="0"/>
                </a:lnTo>
                <a:lnTo>
                  <a:pt x="1155142" y="13438"/>
                </a:lnTo>
                <a:cubicBezTo>
                  <a:pt x="1155142" y="332422"/>
                  <a:pt x="896555" y="591009"/>
                  <a:pt x="577571" y="591009"/>
                </a:cubicBezTo>
                <a:cubicBezTo>
                  <a:pt x="258587" y="591009"/>
                  <a:pt x="0" y="332422"/>
                  <a:pt x="0" y="13438"/>
                </a:cubicBez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2" name="Freeform: Shape 41">
            <a:extLst>
              <a:ext uri="{FF2B5EF4-FFF2-40B4-BE49-F238E27FC236}">
                <a16:creationId xmlns:a16="http://schemas.microsoft.com/office/drawing/2014/main" id="{5566D6E1-03A1-4D73-A4E0-35D74D568A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961511" y="-1"/>
            <a:ext cx="1737401" cy="959536"/>
          </a:xfrm>
          <a:custGeom>
            <a:avLst/>
            <a:gdLst>
              <a:gd name="connsiteX0" fmla="*/ 0 w 1737401"/>
              <a:gd name="connsiteY0" fmla="*/ 0 h 959536"/>
              <a:gd name="connsiteX1" fmla="*/ 123825 w 1737401"/>
              <a:gd name="connsiteY1" fmla="*/ 0 h 959536"/>
              <a:gd name="connsiteX2" fmla="*/ 123825 w 1737401"/>
              <a:gd name="connsiteY2" fmla="*/ 790277 h 959536"/>
              <a:gd name="connsiteX3" fmla="*/ 1490095 w 1737401"/>
              <a:gd name="connsiteY3" fmla="*/ 0 h 959536"/>
              <a:gd name="connsiteX4" fmla="*/ 1737401 w 1737401"/>
              <a:gd name="connsiteY4" fmla="*/ 0 h 959536"/>
              <a:gd name="connsiteX5" fmla="*/ 92869 w 1737401"/>
              <a:gd name="connsiteY5" fmla="*/ 951249 h 959536"/>
              <a:gd name="connsiteX6" fmla="*/ 61913 w 1737401"/>
              <a:gd name="connsiteY6" fmla="*/ 959536 h 959536"/>
              <a:gd name="connsiteX7" fmla="*/ 0 w 1737401"/>
              <a:gd name="connsiteY7" fmla="*/ 897624 h 959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37401" h="959536">
                <a:moveTo>
                  <a:pt x="0" y="0"/>
                </a:moveTo>
                <a:lnTo>
                  <a:pt x="123825" y="0"/>
                </a:lnTo>
                <a:lnTo>
                  <a:pt x="123825" y="790277"/>
                </a:lnTo>
                <a:lnTo>
                  <a:pt x="1490095" y="0"/>
                </a:lnTo>
                <a:lnTo>
                  <a:pt x="1737401" y="0"/>
                </a:lnTo>
                <a:lnTo>
                  <a:pt x="92869" y="951249"/>
                </a:lnTo>
                <a:cubicBezTo>
                  <a:pt x="83458" y="956688"/>
                  <a:pt x="72780" y="959546"/>
                  <a:pt x="61913" y="959536"/>
                </a:cubicBezTo>
                <a:cubicBezTo>
                  <a:pt x="27719" y="959536"/>
                  <a:pt x="0" y="931818"/>
                  <a:pt x="0" y="897624"/>
                </a:cubicBezTo>
                <a:close/>
              </a:path>
            </a:pathLst>
          </a:custGeom>
          <a:solidFill>
            <a:schemeClr val="accent6"/>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4" name="Freeform: Shape 43">
            <a:extLst>
              <a:ext uri="{FF2B5EF4-FFF2-40B4-BE49-F238E27FC236}">
                <a16:creationId xmlns:a16="http://schemas.microsoft.com/office/drawing/2014/main" id="{9F835A99-04AC-494A-A572-AFE8413CC9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2936831"/>
            <a:ext cx="159741" cy="552996"/>
          </a:xfrm>
          <a:custGeom>
            <a:avLst/>
            <a:gdLst>
              <a:gd name="connsiteX0" fmla="*/ 159741 w 159741"/>
              <a:gd name="connsiteY0" fmla="*/ 0 h 552996"/>
              <a:gd name="connsiteX1" fmla="*/ 159741 w 159741"/>
              <a:gd name="connsiteY1" fmla="*/ 552996 h 552996"/>
              <a:gd name="connsiteX2" fmla="*/ 141849 w 159741"/>
              <a:gd name="connsiteY2" fmla="*/ 543285 h 552996"/>
              <a:gd name="connsiteX3" fmla="*/ 0 w 159741"/>
              <a:gd name="connsiteY3" fmla="*/ 276498 h 552996"/>
              <a:gd name="connsiteX4" fmla="*/ 141849 w 159741"/>
              <a:gd name="connsiteY4" fmla="*/ 9711 h 5529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9741" h="552996">
                <a:moveTo>
                  <a:pt x="159741" y="0"/>
                </a:moveTo>
                <a:lnTo>
                  <a:pt x="159741" y="552996"/>
                </a:lnTo>
                <a:lnTo>
                  <a:pt x="141849" y="543285"/>
                </a:lnTo>
                <a:cubicBezTo>
                  <a:pt x="56268" y="485467"/>
                  <a:pt x="0" y="387554"/>
                  <a:pt x="0" y="276498"/>
                </a:cubicBezTo>
                <a:cubicBezTo>
                  <a:pt x="0" y="165443"/>
                  <a:pt x="56268" y="67529"/>
                  <a:pt x="141849" y="9711"/>
                </a:cubicBezTo>
                <a:close/>
              </a:path>
            </a:pathLst>
          </a:custGeom>
          <a:solidFill>
            <a:schemeClr val="accent4"/>
          </a:solidFill>
          <a:ln w="12700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Content Placeholder 2">
            <a:extLst>
              <a:ext uri="{FF2B5EF4-FFF2-40B4-BE49-F238E27FC236}">
                <a16:creationId xmlns:a16="http://schemas.microsoft.com/office/drawing/2014/main" id="{428E672A-B670-4960-A2F1-5CFBA7A268C5}"/>
              </a:ext>
            </a:extLst>
          </p:cNvPr>
          <p:cNvSpPr>
            <a:spLocks noGrp="1"/>
          </p:cNvSpPr>
          <p:nvPr>
            <p:ph idx="1"/>
          </p:nvPr>
        </p:nvSpPr>
        <p:spPr>
          <a:xfrm>
            <a:off x="6096000" y="1450407"/>
            <a:ext cx="5257799" cy="4369859"/>
          </a:xfrm>
        </p:spPr>
        <p:txBody>
          <a:bodyPr anchor="t">
            <a:normAutofit/>
          </a:bodyPr>
          <a:lstStyle/>
          <a:p>
            <a:r>
              <a:rPr lang="en-GB"/>
              <a:t>Who was he?</a:t>
            </a:r>
          </a:p>
          <a:p>
            <a:r>
              <a:rPr lang="en-GB"/>
              <a:t>What is a covenant?</a:t>
            </a:r>
          </a:p>
          <a:p>
            <a:r>
              <a:rPr lang="en-GB"/>
              <a:t>What is the Covenant with Moses? </a:t>
            </a:r>
          </a:p>
          <a:p>
            <a:r>
              <a:rPr lang="en-GB"/>
              <a:t>What is the Exodus story?</a:t>
            </a:r>
          </a:p>
          <a:p>
            <a:r>
              <a:rPr lang="en-GB"/>
              <a:t>Why is it important for Jews?</a:t>
            </a:r>
          </a:p>
        </p:txBody>
      </p:sp>
      <p:sp>
        <p:nvSpPr>
          <p:cNvPr id="46" name="Freeform: Shape 45">
            <a:extLst>
              <a:ext uri="{FF2B5EF4-FFF2-40B4-BE49-F238E27FC236}">
                <a16:creationId xmlns:a16="http://schemas.microsoft.com/office/drawing/2014/main" id="{7B786209-1B0B-4CA9-9BDD-F7327066A8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5835649"/>
            <a:ext cx="1548180" cy="1022351"/>
          </a:xfrm>
          <a:custGeom>
            <a:avLst/>
            <a:gdLst>
              <a:gd name="connsiteX0" fmla="*/ 61913 w 1548180"/>
              <a:gd name="connsiteY0" fmla="*/ 0 h 1022351"/>
              <a:gd name="connsiteX1" fmla="*/ 1548180 w 1548180"/>
              <a:gd name="connsiteY1" fmla="*/ 0 h 1022351"/>
              <a:gd name="connsiteX2" fmla="*/ 1548180 w 1548180"/>
              <a:gd name="connsiteY2" fmla="*/ 123825 h 1022351"/>
              <a:gd name="connsiteX3" fmla="*/ 123825 w 1548180"/>
              <a:gd name="connsiteY3" fmla="*/ 123825 h 1022351"/>
              <a:gd name="connsiteX4" fmla="*/ 123825 w 1548180"/>
              <a:gd name="connsiteY4" fmla="*/ 1022351 h 1022351"/>
              <a:gd name="connsiteX5" fmla="*/ 0 w 1548180"/>
              <a:gd name="connsiteY5" fmla="*/ 1022351 h 1022351"/>
              <a:gd name="connsiteX6" fmla="*/ 0 w 1548180"/>
              <a:gd name="connsiteY6" fmla="*/ 61913 h 1022351"/>
              <a:gd name="connsiteX7" fmla="*/ 61913 w 1548180"/>
              <a:gd name="connsiteY7" fmla="*/ 0 h 10223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548180" h="1022351">
                <a:moveTo>
                  <a:pt x="61913" y="0"/>
                </a:moveTo>
                <a:lnTo>
                  <a:pt x="1548180" y="0"/>
                </a:lnTo>
                <a:lnTo>
                  <a:pt x="1548180" y="123825"/>
                </a:lnTo>
                <a:lnTo>
                  <a:pt x="123825" y="123825"/>
                </a:lnTo>
                <a:lnTo>
                  <a:pt x="123825" y="1022351"/>
                </a:lnTo>
                <a:lnTo>
                  <a:pt x="0" y="1022351"/>
                </a:lnTo>
                <a:lnTo>
                  <a:pt x="0" y="61913"/>
                </a:lnTo>
                <a:cubicBezTo>
                  <a:pt x="0" y="27719"/>
                  <a:pt x="27719" y="0"/>
                  <a:pt x="61913" y="0"/>
                </a:cubicBezTo>
                <a:close/>
              </a:path>
            </a:pathLst>
          </a:custGeom>
          <a:solidFill>
            <a:schemeClr val="accent6"/>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8" name="Freeform: Shape 47">
            <a:extLst>
              <a:ext uri="{FF2B5EF4-FFF2-40B4-BE49-F238E27FC236}">
                <a16:creationId xmlns:a16="http://schemas.microsoft.com/office/drawing/2014/main" id="{2D2964BB-484D-45AE-AD66-D407D06296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418308" y="5717905"/>
            <a:ext cx="1771609" cy="1140095"/>
          </a:xfrm>
          <a:custGeom>
            <a:avLst/>
            <a:gdLst>
              <a:gd name="connsiteX0" fmla="*/ 1561721 w 1771609"/>
              <a:gd name="connsiteY0" fmla="*/ 763041 h 1140095"/>
              <a:gd name="connsiteX1" fmla="*/ 1623024 w 1771609"/>
              <a:gd name="connsiteY1" fmla="*/ 792810 h 1140095"/>
              <a:gd name="connsiteX2" fmla="*/ 1711735 w 1771609"/>
              <a:gd name="connsiteY2" fmla="*/ 970132 h 1140095"/>
              <a:gd name="connsiteX3" fmla="*/ 1771609 w 1771609"/>
              <a:gd name="connsiteY3" fmla="*/ 1140095 h 1140095"/>
              <a:gd name="connsiteX4" fmla="*/ 1637225 w 1771609"/>
              <a:gd name="connsiteY4" fmla="*/ 1140095 h 1140095"/>
              <a:gd name="connsiteX5" fmla="*/ 1594820 w 1771609"/>
              <a:gd name="connsiteY5" fmla="*/ 1019711 h 1140095"/>
              <a:gd name="connsiteX6" fmla="*/ 1513200 w 1771609"/>
              <a:gd name="connsiteY6" fmla="*/ 856627 h 1140095"/>
              <a:gd name="connsiteX7" fmla="*/ 1538499 w 1771609"/>
              <a:gd name="connsiteY7" fmla="*/ 770415 h 1140095"/>
              <a:gd name="connsiteX8" fmla="*/ 1561721 w 1771609"/>
              <a:gd name="connsiteY8" fmla="*/ 763041 h 1140095"/>
              <a:gd name="connsiteX9" fmla="*/ 933455 w 1771609"/>
              <a:gd name="connsiteY9" fmla="*/ 161309 h 1140095"/>
              <a:gd name="connsiteX10" fmla="*/ 957797 w 1771609"/>
              <a:gd name="connsiteY10" fmla="*/ 167970 h 1140095"/>
              <a:gd name="connsiteX11" fmla="*/ 1286982 w 1771609"/>
              <a:gd name="connsiteY11" fmla="*/ 387616 h 1140095"/>
              <a:gd name="connsiteX12" fmla="*/ 1293725 w 1771609"/>
              <a:gd name="connsiteY12" fmla="*/ 477075 h 1140095"/>
              <a:gd name="connsiteX13" fmla="*/ 1245453 w 1771609"/>
              <a:gd name="connsiteY13" fmla="*/ 499154 h 1140095"/>
              <a:gd name="connsiteX14" fmla="*/ 1245167 w 1771609"/>
              <a:gd name="connsiteY14" fmla="*/ 499154 h 1140095"/>
              <a:gd name="connsiteX15" fmla="*/ 1203638 w 1771609"/>
              <a:gd name="connsiteY15" fmla="*/ 484104 h 1140095"/>
              <a:gd name="connsiteX16" fmla="*/ 900647 w 1771609"/>
              <a:gd name="connsiteY16" fmla="*/ 281508 h 1140095"/>
              <a:gd name="connsiteX17" fmla="*/ 872454 w 1771609"/>
              <a:gd name="connsiteY17" fmla="*/ 196164 h 1140095"/>
              <a:gd name="connsiteX18" fmla="*/ 933455 w 1771609"/>
              <a:gd name="connsiteY18" fmla="*/ 161309 h 1140095"/>
              <a:gd name="connsiteX19" fmla="*/ 256260 w 1771609"/>
              <a:gd name="connsiteY19" fmla="*/ 29 h 1140095"/>
              <a:gd name="connsiteX20" fmla="*/ 454020 w 1771609"/>
              <a:gd name="connsiteY20" fmla="*/ 13474 h 1140095"/>
              <a:gd name="connsiteX21" fmla="*/ 509236 w 1771609"/>
              <a:gd name="connsiteY21" fmla="*/ 84182 h 1140095"/>
              <a:gd name="connsiteX22" fmla="*/ 445829 w 1771609"/>
              <a:gd name="connsiteY22" fmla="*/ 139871 h 1140095"/>
              <a:gd name="connsiteX23" fmla="*/ 437447 w 1771609"/>
              <a:gd name="connsiteY23" fmla="*/ 139395 h 1140095"/>
              <a:gd name="connsiteX24" fmla="*/ 73211 w 1771609"/>
              <a:gd name="connsiteY24" fmla="*/ 137204 h 1140095"/>
              <a:gd name="connsiteX25" fmla="*/ 749 w 1771609"/>
              <a:gd name="connsiteY25" fmla="*/ 84082 h 1140095"/>
              <a:gd name="connsiteX26" fmla="*/ 53871 w 1771609"/>
              <a:gd name="connsiteY26" fmla="*/ 11621 h 1140095"/>
              <a:gd name="connsiteX27" fmla="*/ 58352 w 1771609"/>
              <a:gd name="connsiteY27" fmla="*/ 11093 h 1140095"/>
              <a:gd name="connsiteX28" fmla="*/ 256260 w 1771609"/>
              <a:gd name="connsiteY28" fmla="*/ 29 h 11400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771609" h="1140095">
                <a:moveTo>
                  <a:pt x="1561721" y="763041"/>
                </a:moveTo>
                <a:cubicBezTo>
                  <a:pt x="1585506" y="760324"/>
                  <a:pt x="1609722" y="771249"/>
                  <a:pt x="1623024" y="792810"/>
                </a:cubicBezTo>
                <a:cubicBezTo>
                  <a:pt x="1656300" y="850065"/>
                  <a:pt x="1685920" y="909291"/>
                  <a:pt x="1711735" y="970132"/>
                </a:cubicBezTo>
                <a:lnTo>
                  <a:pt x="1771609" y="1140095"/>
                </a:lnTo>
                <a:lnTo>
                  <a:pt x="1637225" y="1140095"/>
                </a:lnTo>
                <a:lnTo>
                  <a:pt x="1594820" y="1019711"/>
                </a:lnTo>
                <a:cubicBezTo>
                  <a:pt x="1571072" y="963753"/>
                  <a:pt x="1543818" y="909282"/>
                  <a:pt x="1513200" y="856627"/>
                </a:cubicBezTo>
                <a:cubicBezTo>
                  <a:pt x="1496379" y="825834"/>
                  <a:pt x="1507704" y="787236"/>
                  <a:pt x="1538499" y="770415"/>
                </a:cubicBezTo>
                <a:cubicBezTo>
                  <a:pt x="1545912" y="766367"/>
                  <a:pt x="1553792" y="763946"/>
                  <a:pt x="1561721" y="763041"/>
                </a:cubicBezTo>
                <a:close/>
                <a:moveTo>
                  <a:pt x="933455" y="161309"/>
                </a:moveTo>
                <a:cubicBezTo>
                  <a:pt x="941693" y="161855"/>
                  <a:pt x="949959" y="164025"/>
                  <a:pt x="957797" y="167970"/>
                </a:cubicBezTo>
                <a:cubicBezTo>
                  <a:pt x="1076184" y="227289"/>
                  <a:pt x="1186759" y="301068"/>
                  <a:pt x="1286982" y="387616"/>
                </a:cubicBezTo>
                <a:cubicBezTo>
                  <a:pt x="1313547" y="410457"/>
                  <a:pt x="1316566" y="450510"/>
                  <a:pt x="1293725" y="477075"/>
                </a:cubicBezTo>
                <a:cubicBezTo>
                  <a:pt x="1281638" y="491137"/>
                  <a:pt x="1263998" y="499204"/>
                  <a:pt x="1245453" y="499154"/>
                </a:cubicBezTo>
                <a:lnTo>
                  <a:pt x="1245167" y="499154"/>
                </a:lnTo>
                <a:cubicBezTo>
                  <a:pt x="1229965" y="499301"/>
                  <a:pt x="1215220" y="493956"/>
                  <a:pt x="1203638" y="484104"/>
                </a:cubicBezTo>
                <a:cubicBezTo>
                  <a:pt x="1111407" y="404300"/>
                  <a:pt x="1009633" y="336248"/>
                  <a:pt x="900647" y="281508"/>
                </a:cubicBezTo>
                <a:cubicBezTo>
                  <a:pt x="869295" y="265726"/>
                  <a:pt x="856672" y="227516"/>
                  <a:pt x="872454" y="196164"/>
                </a:cubicBezTo>
                <a:cubicBezTo>
                  <a:pt x="884290" y="172650"/>
                  <a:pt x="908742" y="159670"/>
                  <a:pt x="933455" y="161309"/>
                </a:cubicBezTo>
                <a:close/>
                <a:moveTo>
                  <a:pt x="256260" y="29"/>
                </a:moveTo>
                <a:cubicBezTo>
                  <a:pt x="322331" y="427"/>
                  <a:pt x="388378" y="4909"/>
                  <a:pt x="454020" y="13474"/>
                </a:cubicBezTo>
                <a:cubicBezTo>
                  <a:pt x="488793" y="17752"/>
                  <a:pt x="513514" y="49409"/>
                  <a:pt x="509236" y="84182"/>
                </a:cubicBezTo>
                <a:cubicBezTo>
                  <a:pt x="505303" y="116151"/>
                  <a:pt x="478038" y="140098"/>
                  <a:pt x="445829" y="139871"/>
                </a:cubicBezTo>
                <a:cubicBezTo>
                  <a:pt x="443027" y="139899"/>
                  <a:pt x="440227" y="139740"/>
                  <a:pt x="437447" y="139395"/>
                </a:cubicBezTo>
                <a:cubicBezTo>
                  <a:pt x="316592" y="123615"/>
                  <a:pt x="194247" y="122878"/>
                  <a:pt x="73211" y="137204"/>
                </a:cubicBezTo>
                <a:cubicBezTo>
                  <a:pt x="38532" y="142545"/>
                  <a:pt x="6090" y="118762"/>
                  <a:pt x="749" y="84082"/>
                </a:cubicBezTo>
                <a:cubicBezTo>
                  <a:pt x="-4591" y="49403"/>
                  <a:pt x="19192" y="16961"/>
                  <a:pt x="53871" y="11621"/>
                </a:cubicBezTo>
                <a:cubicBezTo>
                  <a:pt x="55358" y="11392"/>
                  <a:pt x="56852" y="11216"/>
                  <a:pt x="58352" y="11093"/>
                </a:cubicBezTo>
                <a:cubicBezTo>
                  <a:pt x="124093" y="3319"/>
                  <a:pt x="190189" y="-369"/>
                  <a:pt x="256260" y="29"/>
                </a:cubicBezTo>
                <a:close/>
              </a:path>
            </a:pathLst>
          </a:custGeom>
          <a:solidFill>
            <a:schemeClr val="accent4"/>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0" name="Freeform: Shape 49">
            <a:extLst>
              <a:ext uri="{FF2B5EF4-FFF2-40B4-BE49-F238E27FC236}">
                <a16:creationId xmlns:a16="http://schemas.microsoft.com/office/drawing/2014/main" id="{6691AC69-A76E-4DAB-B565-468B6B87ACF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132972" y="6258755"/>
            <a:ext cx="1565940" cy="599245"/>
          </a:xfrm>
          <a:custGeom>
            <a:avLst/>
            <a:gdLst>
              <a:gd name="connsiteX0" fmla="*/ 782970 w 1565940"/>
              <a:gd name="connsiteY0" fmla="*/ 0 h 599245"/>
              <a:gd name="connsiteX1" fmla="*/ 1528042 w 1565940"/>
              <a:gd name="connsiteY1" fmla="*/ 480469 h 599245"/>
              <a:gd name="connsiteX2" fmla="*/ 1565940 w 1565940"/>
              <a:gd name="connsiteY2" fmla="*/ 599245 h 599245"/>
              <a:gd name="connsiteX3" fmla="*/ 0 w 1565940"/>
              <a:gd name="connsiteY3" fmla="*/ 599245 h 599245"/>
              <a:gd name="connsiteX4" fmla="*/ 37898 w 1565940"/>
              <a:gd name="connsiteY4" fmla="*/ 480469 h 599245"/>
              <a:gd name="connsiteX5" fmla="*/ 782970 w 1565940"/>
              <a:gd name="connsiteY5" fmla="*/ 0 h 5992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65940" h="599245">
                <a:moveTo>
                  <a:pt x="782970" y="0"/>
                </a:moveTo>
                <a:cubicBezTo>
                  <a:pt x="1117910" y="0"/>
                  <a:pt x="1405287" y="198118"/>
                  <a:pt x="1528042" y="480469"/>
                </a:cubicBezTo>
                <a:lnTo>
                  <a:pt x="1565940" y="599245"/>
                </a:lnTo>
                <a:lnTo>
                  <a:pt x="0" y="599245"/>
                </a:lnTo>
                <a:lnTo>
                  <a:pt x="37898" y="480469"/>
                </a:lnTo>
                <a:cubicBezTo>
                  <a:pt x="160653" y="198118"/>
                  <a:pt x="448030" y="0"/>
                  <a:pt x="782970"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2179504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6" name="Rectangle 35">
            <a:extLst>
              <a:ext uri="{FF2B5EF4-FFF2-40B4-BE49-F238E27FC236}">
                <a16:creationId xmlns:a16="http://schemas.microsoft.com/office/drawing/2014/main" id="{1709F1D5-B0F1-4714-A239-E5B61C16191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8" name="Rectangle: Rounded Corners 37">
            <a:extLst>
              <a:ext uri="{FF2B5EF4-FFF2-40B4-BE49-F238E27FC236}">
                <a16:creationId xmlns:a16="http://schemas.microsoft.com/office/drawing/2014/main" id="{228FB460-D3FF-4440-A020-05982A09E5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40546" y="1011045"/>
            <a:ext cx="4369859" cy="4369859"/>
          </a:xfrm>
          <a:prstGeom prst="roundRect">
            <a:avLst>
              <a:gd name="adj" fmla="val 2757"/>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FAD240F0-5A73-42EC-BB10-B4E33FCC75EB}"/>
              </a:ext>
            </a:extLst>
          </p:cNvPr>
          <p:cNvSpPr>
            <a:spLocks noGrp="1"/>
          </p:cNvSpPr>
          <p:nvPr>
            <p:ph type="title"/>
          </p:nvPr>
        </p:nvSpPr>
        <p:spPr>
          <a:xfrm>
            <a:off x="956826" y="1112969"/>
            <a:ext cx="3937298" cy="4166010"/>
          </a:xfrm>
        </p:spPr>
        <p:txBody>
          <a:bodyPr>
            <a:normAutofit/>
          </a:bodyPr>
          <a:lstStyle/>
          <a:p>
            <a:pPr lvl="0"/>
            <a:r>
              <a:rPr lang="en-US">
                <a:solidFill>
                  <a:schemeClr val="bg1"/>
                </a:solidFill>
              </a:rPr>
              <a:t>Jewish Law inc. written and oral</a:t>
            </a:r>
          </a:p>
        </p:txBody>
      </p:sp>
      <p:sp>
        <p:nvSpPr>
          <p:cNvPr id="40" name="Freeform: Shape 39">
            <a:extLst>
              <a:ext uri="{FF2B5EF4-FFF2-40B4-BE49-F238E27FC236}">
                <a16:creationId xmlns:a16="http://schemas.microsoft.com/office/drawing/2014/main" id="{14847E93-7DC1-4D4B-8829-B19AA7137C5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530529" y="0"/>
            <a:ext cx="1155142" cy="591009"/>
          </a:xfrm>
          <a:custGeom>
            <a:avLst/>
            <a:gdLst>
              <a:gd name="connsiteX0" fmla="*/ 1355 w 1155142"/>
              <a:gd name="connsiteY0" fmla="*/ 0 h 591009"/>
              <a:gd name="connsiteX1" fmla="*/ 1153787 w 1155142"/>
              <a:gd name="connsiteY1" fmla="*/ 0 h 591009"/>
              <a:gd name="connsiteX2" fmla="*/ 1155142 w 1155142"/>
              <a:gd name="connsiteY2" fmla="*/ 13438 h 591009"/>
              <a:gd name="connsiteX3" fmla="*/ 577571 w 1155142"/>
              <a:gd name="connsiteY3" fmla="*/ 591009 h 591009"/>
              <a:gd name="connsiteX4" fmla="*/ 0 w 1155142"/>
              <a:gd name="connsiteY4" fmla="*/ 13438 h 5910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5142" h="591009">
                <a:moveTo>
                  <a:pt x="1355" y="0"/>
                </a:moveTo>
                <a:lnTo>
                  <a:pt x="1153787" y="0"/>
                </a:lnTo>
                <a:lnTo>
                  <a:pt x="1155142" y="13438"/>
                </a:lnTo>
                <a:cubicBezTo>
                  <a:pt x="1155142" y="332422"/>
                  <a:pt x="896555" y="591009"/>
                  <a:pt x="577571" y="591009"/>
                </a:cubicBezTo>
                <a:cubicBezTo>
                  <a:pt x="258587" y="591009"/>
                  <a:pt x="0" y="332422"/>
                  <a:pt x="0" y="13438"/>
                </a:cubicBez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2" name="Freeform: Shape 41">
            <a:extLst>
              <a:ext uri="{FF2B5EF4-FFF2-40B4-BE49-F238E27FC236}">
                <a16:creationId xmlns:a16="http://schemas.microsoft.com/office/drawing/2014/main" id="{5566D6E1-03A1-4D73-A4E0-35D74D568A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961511" y="-1"/>
            <a:ext cx="1737401" cy="959536"/>
          </a:xfrm>
          <a:custGeom>
            <a:avLst/>
            <a:gdLst>
              <a:gd name="connsiteX0" fmla="*/ 0 w 1737401"/>
              <a:gd name="connsiteY0" fmla="*/ 0 h 959536"/>
              <a:gd name="connsiteX1" fmla="*/ 123825 w 1737401"/>
              <a:gd name="connsiteY1" fmla="*/ 0 h 959536"/>
              <a:gd name="connsiteX2" fmla="*/ 123825 w 1737401"/>
              <a:gd name="connsiteY2" fmla="*/ 790277 h 959536"/>
              <a:gd name="connsiteX3" fmla="*/ 1490095 w 1737401"/>
              <a:gd name="connsiteY3" fmla="*/ 0 h 959536"/>
              <a:gd name="connsiteX4" fmla="*/ 1737401 w 1737401"/>
              <a:gd name="connsiteY4" fmla="*/ 0 h 959536"/>
              <a:gd name="connsiteX5" fmla="*/ 92869 w 1737401"/>
              <a:gd name="connsiteY5" fmla="*/ 951249 h 959536"/>
              <a:gd name="connsiteX6" fmla="*/ 61913 w 1737401"/>
              <a:gd name="connsiteY6" fmla="*/ 959536 h 959536"/>
              <a:gd name="connsiteX7" fmla="*/ 0 w 1737401"/>
              <a:gd name="connsiteY7" fmla="*/ 897624 h 959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37401" h="959536">
                <a:moveTo>
                  <a:pt x="0" y="0"/>
                </a:moveTo>
                <a:lnTo>
                  <a:pt x="123825" y="0"/>
                </a:lnTo>
                <a:lnTo>
                  <a:pt x="123825" y="790277"/>
                </a:lnTo>
                <a:lnTo>
                  <a:pt x="1490095" y="0"/>
                </a:lnTo>
                <a:lnTo>
                  <a:pt x="1737401" y="0"/>
                </a:lnTo>
                <a:lnTo>
                  <a:pt x="92869" y="951249"/>
                </a:lnTo>
                <a:cubicBezTo>
                  <a:pt x="83458" y="956688"/>
                  <a:pt x="72780" y="959546"/>
                  <a:pt x="61913" y="959536"/>
                </a:cubicBezTo>
                <a:cubicBezTo>
                  <a:pt x="27719" y="959536"/>
                  <a:pt x="0" y="931818"/>
                  <a:pt x="0" y="897624"/>
                </a:cubicBezTo>
                <a:close/>
              </a:path>
            </a:pathLst>
          </a:custGeom>
          <a:solidFill>
            <a:schemeClr val="accent6"/>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4" name="Freeform: Shape 43">
            <a:extLst>
              <a:ext uri="{FF2B5EF4-FFF2-40B4-BE49-F238E27FC236}">
                <a16:creationId xmlns:a16="http://schemas.microsoft.com/office/drawing/2014/main" id="{9F835A99-04AC-494A-A572-AFE8413CC9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2936831"/>
            <a:ext cx="159741" cy="552996"/>
          </a:xfrm>
          <a:custGeom>
            <a:avLst/>
            <a:gdLst>
              <a:gd name="connsiteX0" fmla="*/ 159741 w 159741"/>
              <a:gd name="connsiteY0" fmla="*/ 0 h 552996"/>
              <a:gd name="connsiteX1" fmla="*/ 159741 w 159741"/>
              <a:gd name="connsiteY1" fmla="*/ 552996 h 552996"/>
              <a:gd name="connsiteX2" fmla="*/ 141849 w 159741"/>
              <a:gd name="connsiteY2" fmla="*/ 543285 h 552996"/>
              <a:gd name="connsiteX3" fmla="*/ 0 w 159741"/>
              <a:gd name="connsiteY3" fmla="*/ 276498 h 552996"/>
              <a:gd name="connsiteX4" fmla="*/ 141849 w 159741"/>
              <a:gd name="connsiteY4" fmla="*/ 9711 h 5529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9741" h="552996">
                <a:moveTo>
                  <a:pt x="159741" y="0"/>
                </a:moveTo>
                <a:lnTo>
                  <a:pt x="159741" y="552996"/>
                </a:lnTo>
                <a:lnTo>
                  <a:pt x="141849" y="543285"/>
                </a:lnTo>
                <a:cubicBezTo>
                  <a:pt x="56268" y="485467"/>
                  <a:pt x="0" y="387554"/>
                  <a:pt x="0" y="276498"/>
                </a:cubicBezTo>
                <a:cubicBezTo>
                  <a:pt x="0" y="165443"/>
                  <a:pt x="56268" y="67529"/>
                  <a:pt x="141849" y="9711"/>
                </a:cubicBezTo>
                <a:close/>
              </a:path>
            </a:pathLst>
          </a:custGeom>
          <a:solidFill>
            <a:schemeClr val="accent4"/>
          </a:solidFill>
          <a:ln w="12700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Content Placeholder 2">
            <a:extLst>
              <a:ext uri="{FF2B5EF4-FFF2-40B4-BE49-F238E27FC236}">
                <a16:creationId xmlns:a16="http://schemas.microsoft.com/office/drawing/2014/main" id="{428E672A-B670-4960-A2F1-5CFBA7A268C5}"/>
              </a:ext>
            </a:extLst>
          </p:cNvPr>
          <p:cNvSpPr>
            <a:spLocks noGrp="1"/>
          </p:cNvSpPr>
          <p:nvPr>
            <p:ph idx="1"/>
          </p:nvPr>
        </p:nvSpPr>
        <p:spPr>
          <a:xfrm>
            <a:off x="6096000" y="1112970"/>
            <a:ext cx="5257799" cy="4597260"/>
          </a:xfrm>
        </p:spPr>
        <p:txBody>
          <a:bodyPr anchor="t">
            <a:normAutofit/>
          </a:bodyPr>
          <a:lstStyle/>
          <a:p>
            <a:r>
              <a:rPr lang="en-GB"/>
              <a:t>What is the written law?</a:t>
            </a:r>
          </a:p>
          <a:p>
            <a:r>
              <a:rPr lang="en-GB"/>
              <a:t>Where is it found?</a:t>
            </a:r>
          </a:p>
          <a:p>
            <a:r>
              <a:rPr lang="en-GB"/>
              <a:t>What is the oral law?</a:t>
            </a:r>
          </a:p>
          <a:p>
            <a:r>
              <a:rPr lang="en-GB"/>
              <a:t>Where is it found?</a:t>
            </a:r>
          </a:p>
          <a:p>
            <a:r>
              <a:rPr lang="en-GB"/>
              <a:t>What are the key points?</a:t>
            </a:r>
          </a:p>
          <a:p>
            <a:r>
              <a:rPr lang="en-GB"/>
              <a:t>Why is it important for Jews to follow?</a:t>
            </a:r>
          </a:p>
        </p:txBody>
      </p:sp>
      <p:sp>
        <p:nvSpPr>
          <p:cNvPr id="46" name="Freeform: Shape 45">
            <a:extLst>
              <a:ext uri="{FF2B5EF4-FFF2-40B4-BE49-F238E27FC236}">
                <a16:creationId xmlns:a16="http://schemas.microsoft.com/office/drawing/2014/main" id="{7B786209-1B0B-4CA9-9BDD-F7327066A8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5835649"/>
            <a:ext cx="1548180" cy="1022351"/>
          </a:xfrm>
          <a:custGeom>
            <a:avLst/>
            <a:gdLst>
              <a:gd name="connsiteX0" fmla="*/ 61913 w 1548180"/>
              <a:gd name="connsiteY0" fmla="*/ 0 h 1022351"/>
              <a:gd name="connsiteX1" fmla="*/ 1548180 w 1548180"/>
              <a:gd name="connsiteY1" fmla="*/ 0 h 1022351"/>
              <a:gd name="connsiteX2" fmla="*/ 1548180 w 1548180"/>
              <a:gd name="connsiteY2" fmla="*/ 123825 h 1022351"/>
              <a:gd name="connsiteX3" fmla="*/ 123825 w 1548180"/>
              <a:gd name="connsiteY3" fmla="*/ 123825 h 1022351"/>
              <a:gd name="connsiteX4" fmla="*/ 123825 w 1548180"/>
              <a:gd name="connsiteY4" fmla="*/ 1022351 h 1022351"/>
              <a:gd name="connsiteX5" fmla="*/ 0 w 1548180"/>
              <a:gd name="connsiteY5" fmla="*/ 1022351 h 1022351"/>
              <a:gd name="connsiteX6" fmla="*/ 0 w 1548180"/>
              <a:gd name="connsiteY6" fmla="*/ 61913 h 1022351"/>
              <a:gd name="connsiteX7" fmla="*/ 61913 w 1548180"/>
              <a:gd name="connsiteY7" fmla="*/ 0 h 10223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548180" h="1022351">
                <a:moveTo>
                  <a:pt x="61913" y="0"/>
                </a:moveTo>
                <a:lnTo>
                  <a:pt x="1548180" y="0"/>
                </a:lnTo>
                <a:lnTo>
                  <a:pt x="1548180" y="123825"/>
                </a:lnTo>
                <a:lnTo>
                  <a:pt x="123825" y="123825"/>
                </a:lnTo>
                <a:lnTo>
                  <a:pt x="123825" y="1022351"/>
                </a:lnTo>
                <a:lnTo>
                  <a:pt x="0" y="1022351"/>
                </a:lnTo>
                <a:lnTo>
                  <a:pt x="0" y="61913"/>
                </a:lnTo>
                <a:cubicBezTo>
                  <a:pt x="0" y="27719"/>
                  <a:pt x="27719" y="0"/>
                  <a:pt x="61913" y="0"/>
                </a:cubicBezTo>
                <a:close/>
              </a:path>
            </a:pathLst>
          </a:custGeom>
          <a:solidFill>
            <a:schemeClr val="accent6"/>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8" name="Freeform: Shape 47">
            <a:extLst>
              <a:ext uri="{FF2B5EF4-FFF2-40B4-BE49-F238E27FC236}">
                <a16:creationId xmlns:a16="http://schemas.microsoft.com/office/drawing/2014/main" id="{2D2964BB-484D-45AE-AD66-D407D06296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418308" y="5717905"/>
            <a:ext cx="1771609" cy="1140095"/>
          </a:xfrm>
          <a:custGeom>
            <a:avLst/>
            <a:gdLst>
              <a:gd name="connsiteX0" fmla="*/ 1561721 w 1771609"/>
              <a:gd name="connsiteY0" fmla="*/ 763041 h 1140095"/>
              <a:gd name="connsiteX1" fmla="*/ 1623024 w 1771609"/>
              <a:gd name="connsiteY1" fmla="*/ 792810 h 1140095"/>
              <a:gd name="connsiteX2" fmla="*/ 1711735 w 1771609"/>
              <a:gd name="connsiteY2" fmla="*/ 970132 h 1140095"/>
              <a:gd name="connsiteX3" fmla="*/ 1771609 w 1771609"/>
              <a:gd name="connsiteY3" fmla="*/ 1140095 h 1140095"/>
              <a:gd name="connsiteX4" fmla="*/ 1637225 w 1771609"/>
              <a:gd name="connsiteY4" fmla="*/ 1140095 h 1140095"/>
              <a:gd name="connsiteX5" fmla="*/ 1594820 w 1771609"/>
              <a:gd name="connsiteY5" fmla="*/ 1019711 h 1140095"/>
              <a:gd name="connsiteX6" fmla="*/ 1513200 w 1771609"/>
              <a:gd name="connsiteY6" fmla="*/ 856627 h 1140095"/>
              <a:gd name="connsiteX7" fmla="*/ 1538499 w 1771609"/>
              <a:gd name="connsiteY7" fmla="*/ 770415 h 1140095"/>
              <a:gd name="connsiteX8" fmla="*/ 1561721 w 1771609"/>
              <a:gd name="connsiteY8" fmla="*/ 763041 h 1140095"/>
              <a:gd name="connsiteX9" fmla="*/ 933455 w 1771609"/>
              <a:gd name="connsiteY9" fmla="*/ 161309 h 1140095"/>
              <a:gd name="connsiteX10" fmla="*/ 957797 w 1771609"/>
              <a:gd name="connsiteY10" fmla="*/ 167970 h 1140095"/>
              <a:gd name="connsiteX11" fmla="*/ 1286982 w 1771609"/>
              <a:gd name="connsiteY11" fmla="*/ 387616 h 1140095"/>
              <a:gd name="connsiteX12" fmla="*/ 1293725 w 1771609"/>
              <a:gd name="connsiteY12" fmla="*/ 477075 h 1140095"/>
              <a:gd name="connsiteX13" fmla="*/ 1245453 w 1771609"/>
              <a:gd name="connsiteY13" fmla="*/ 499154 h 1140095"/>
              <a:gd name="connsiteX14" fmla="*/ 1245167 w 1771609"/>
              <a:gd name="connsiteY14" fmla="*/ 499154 h 1140095"/>
              <a:gd name="connsiteX15" fmla="*/ 1203638 w 1771609"/>
              <a:gd name="connsiteY15" fmla="*/ 484104 h 1140095"/>
              <a:gd name="connsiteX16" fmla="*/ 900647 w 1771609"/>
              <a:gd name="connsiteY16" fmla="*/ 281508 h 1140095"/>
              <a:gd name="connsiteX17" fmla="*/ 872454 w 1771609"/>
              <a:gd name="connsiteY17" fmla="*/ 196164 h 1140095"/>
              <a:gd name="connsiteX18" fmla="*/ 933455 w 1771609"/>
              <a:gd name="connsiteY18" fmla="*/ 161309 h 1140095"/>
              <a:gd name="connsiteX19" fmla="*/ 256260 w 1771609"/>
              <a:gd name="connsiteY19" fmla="*/ 29 h 1140095"/>
              <a:gd name="connsiteX20" fmla="*/ 454020 w 1771609"/>
              <a:gd name="connsiteY20" fmla="*/ 13474 h 1140095"/>
              <a:gd name="connsiteX21" fmla="*/ 509236 w 1771609"/>
              <a:gd name="connsiteY21" fmla="*/ 84182 h 1140095"/>
              <a:gd name="connsiteX22" fmla="*/ 445829 w 1771609"/>
              <a:gd name="connsiteY22" fmla="*/ 139871 h 1140095"/>
              <a:gd name="connsiteX23" fmla="*/ 437447 w 1771609"/>
              <a:gd name="connsiteY23" fmla="*/ 139395 h 1140095"/>
              <a:gd name="connsiteX24" fmla="*/ 73211 w 1771609"/>
              <a:gd name="connsiteY24" fmla="*/ 137204 h 1140095"/>
              <a:gd name="connsiteX25" fmla="*/ 749 w 1771609"/>
              <a:gd name="connsiteY25" fmla="*/ 84082 h 1140095"/>
              <a:gd name="connsiteX26" fmla="*/ 53871 w 1771609"/>
              <a:gd name="connsiteY26" fmla="*/ 11621 h 1140095"/>
              <a:gd name="connsiteX27" fmla="*/ 58352 w 1771609"/>
              <a:gd name="connsiteY27" fmla="*/ 11093 h 1140095"/>
              <a:gd name="connsiteX28" fmla="*/ 256260 w 1771609"/>
              <a:gd name="connsiteY28" fmla="*/ 29 h 11400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771609" h="1140095">
                <a:moveTo>
                  <a:pt x="1561721" y="763041"/>
                </a:moveTo>
                <a:cubicBezTo>
                  <a:pt x="1585506" y="760324"/>
                  <a:pt x="1609722" y="771249"/>
                  <a:pt x="1623024" y="792810"/>
                </a:cubicBezTo>
                <a:cubicBezTo>
                  <a:pt x="1656300" y="850065"/>
                  <a:pt x="1685920" y="909291"/>
                  <a:pt x="1711735" y="970132"/>
                </a:cubicBezTo>
                <a:lnTo>
                  <a:pt x="1771609" y="1140095"/>
                </a:lnTo>
                <a:lnTo>
                  <a:pt x="1637225" y="1140095"/>
                </a:lnTo>
                <a:lnTo>
                  <a:pt x="1594820" y="1019711"/>
                </a:lnTo>
                <a:cubicBezTo>
                  <a:pt x="1571072" y="963753"/>
                  <a:pt x="1543818" y="909282"/>
                  <a:pt x="1513200" y="856627"/>
                </a:cubicBezTo>
                <a:cubicBezTo>
                  <a:pt x="1496379" y="825834"/>
                  <a:pt x="1507704" y="787236"/>
                  <a:pt x="1538499" y="770415"/>
                </a:cubicBezTo>
                <a:cubicBezTo>
                  <a:pt x="1545912" y="766367"/>
                  <a:pt x="1553792" y="763946"/>
                  <a:pt x="1561721" y="763041"/>
                </a:cubicBezTo>
                <a:close/>
                <a:moveTo>
                  <a:pt x="933455" y="161309"/>
                </a:moveTo>
                <a:cubicBezTo>
                  <a:pt x="941693" y="161855"/>
                  <a:pt x="949959" y="164025"/>
                  <a:pt x="957797" y="167970"/>
                </a:cubicBezTo>
                <a:cubicBezTo>
                  <a:pt x="1076184" y="227289"/>
                  <a:pt x="1186759" y="301068"/>
                  <a:pt x="1286982" y="387616"/>
                </a:cubicBezTo>
                <a:cubicBezTo>
                  <a:pt x="1313547" y="410457"/>
                  <a:pt x="1316566" y="450510"/>
                  <a:pt x="1293725" y="477075"/>
                </a:cubicBezTo>
                <a:cubicBezTo>
                  <a:pt x="1281638" y="491137"/>
                  <a:pt x="1263998" y="499204"/>
                  <a:pt x="1245453" y="499154"/>
                </a:cubicBezTo>
                <a:lnTo>
                  <a:pt x="1245167" y="499154"/>
                </a:lnTo>
                <a:cubicBezTo>
                  <a:pt x="1229965" y="499301"/>
                  <a:pt x="1215220" y="493956"/>
                  <a:pt x="1203638" y="484104"/>
                </a:cubicBezTo>
                <a:cubicBezTo>
                  <a:pt x="1111407" y="404300"/>
                  <a:pt x="1009633" y="336248"/>
                  <a:pt x="900647" y="281508"/>
                </a:cubicBezTo>
                <a:cubicBezTo>
                  <a:pt x="869295" y="265726"/>
                  <a:pt x="856672" y="227516"/>
                  <a:pt x="872454" y="196164"/>
                </a:cubicBezTo>
                <a:cubicBezTo>
                  <a:pt x="884290" y="172650"/>
                  <a:pt x="908742" y="159670"/>
                  <a:pt x="933455" y="161309"/>
                </a:cubicBezTo>
                <a:close/>
                <a:moveTo>
                  <a:pt x="256260" y="29"/>
                </a:moveTo>
                <a:cubicBezTo>
                  <a:pt x="322331" y="427"/>
                  <a:pt x="388378" y="4909"/>
                  <a:pt x="454020" y="13474"/>
                </a:cubicBezTo>
                <a:cubicBezTo>
                  <a:pt x="488793" y="17752"/>
                  <a:pt x="513514" y="49409"/>
                  <a:pt x="509236" y="84182"/>
                </a:cubicBezTo>
                <a:cubicBezTo>
                  <a:pt x="505303" y="116151"/>
                  <a:pt x="478038" y="140098"/>
                  <a:pt x="445829" y="139871"/>
                </a:cubicBezTo>
                <a:cubicBezTo>
                  <a:pt x="443027" y="139899"/>
                  <a:pt x="440227" y="139740"/>
                  <a:pt x="437447" y="139395"/>
                </a:cubicBezTo>
                <a:cubicBezTo>
                  <a:pt x="316592" y="123615"/>
                  <a:pt x="194247" y="122878"/>
                  <a:pt x="73211" y="137204"/>
                </a:cubicBezTo>
                <a:cubicBezTo>
                  <a:pt x="38532" y="142545"/>
                  <a:pt x="6090" y="118762"/>
                  <a:pt x="749" y="84082"/>
                </a:cubicBezTo>
                <a:cubicBezTo>
                  <a:pt x="-4591" y="49403"/>
                  <a:pt x="19192" y="16961"/>
                  <a:pt x="53871" y="11621"/>
                </a:cubicBezTo>
                <a:cubicBezTo>
                  <a:pt x="55358" y="11392"/>
                  <a:pt x="56852" y="11216"/>
                  <a:pt x="58352" y="11093"/>
                </a:cubicBezTo>
                <a:cubicBezTo>
                  <a:pt x="124093" y="3319"/>
                  <a:pt x="190189" y="-369"/>
                  <a:pt x="256260" y="29"/>
                </a:cubicBezTo>
                <a:close/>
              </a:path>
            </a:pathLst>
          </a:custGeom>
          <a:solidFill>
            <a:schemeClr val="accent4"/>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0" name="Freeform: Shape 49">
            <a:extLst>
              <a:ext uri="{FF2B5EF4-FFF2-40B4-BE49-F238E27FC236}">
                <a16:creationId xmlns:a16="http://schemas.microsoft.com/office/drawing/2014/main" id="{6691AC69-A76E-4DAB-B565-468B6B87ACF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132972" y="6258755"/>
            <a:ext cx="1565940" cy="599245"/>
          </a:xfrm>
          <a:custGeom>
            <a:avLst/>
            <a:gdLst>
              <a:gd name="connsiteX0" fmla="*/ 782970 w 1565940"/>
              <a:gd name="connsiteY0" fmla="*/ 0 h 599245"/>
              <a:gd name="connsiteX1" fmla="*/ 1528042 w 1565940"/>
              <a:gd name="connsiteY1" fmla="*/ 480469 h 599245"/>
              <a:gd name="connsiteX2" fmla="*/ 1565940 w 1565940"/>
              <a:gd name="connsiteY2" fmla="*/ 599245 h 599245"/>
              <a:gd name="connsiteX3" fmla="*/ 0 w 1565940"/>
              <a:gd name="connsiteY3" fmla="*/ 599245 h 599245"/>
              <a:gd name="connsiteX4" fmla="*/ 37898 w 1565940"/>
              <a:gd name="connsiteY4" fmla="*/ 480469 h 599245"/>
              <a:gd name="connsiteX5" fmla="*/ 782970 w 1565940"/>
              <a:gd name="connsiteY5" fmla="*/ 0 h 5992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65940" h="599245">
                <a:moveTo>
                  <a:pt x="782970" y="0"/>
                </a:moveTo>
                <a:cubicBezTo>
                  <a:pt x="1117910" y="0"/>
                  <a:pt x="1405287" y="198118"/>
                  <a:pt x="1528042" y="480469"/>
                </a:cubicBezTo>
                <a:lnTo>
                  <a:pt x="1565940" y="599245"/>
                </a:lnTo>
                <a:lnTo>
                  <a:pt x="0" y="599245"/>
                </a:lnTo>
                <a:lnTo>
                  <a:pt x="37898" y="480469"/>
                </a:lnTo>
                <a:cubicBezTo>
                  <a:pt x="160653" y="198118"/>
                  <a:pt x="448030" y="0"/>
                  <a:pt x="782970"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08201903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709F1D5-B0F1-4714-A239-E5B61C16191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 name="Rectangle: Rounded Corners 9">
            <a:extLst>
              <a:ext uri="{FF2B5EF4-FFF2-40B4-BE49-F238E27FC236}">
                <a16:creationId xmlns:a16="http://schemas.microsoft.com/office/drawing/2014/main" id="{228FB460-D3FF-4440-A020-05982A09E5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40546" y="1011045"/>
            <a:ext cx="4369859" cy="4369859"/>
          </a:xfrm>
          <a:prstGeom prst="roundRect">
            <a:avLst>
              <a:gd name="adj" fmla="val 2757"/>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AF66CD0A-AC5F-648B-9953-07170EBB33EE}"/>
              </a:ext>
            </a:extLst>
          </p:cNvPr>
          <p:cNvSpPr>
            <a:spLocks noGrp="1"/>
          </p:cNvSpPr>
          <p:nvPr>
            <p:ph type="title"/>
          </p:nvPr>
        </p:nvSpPr>
        <p:spPr>
          <a:xfrm>
            <a:off x="956826" y="1112969"/>
            <a:ext cx="3937298" cy="4166010"/>
          </a:xfrm>
        </p:spPr>
        <p:txBody>
          <a:bodyPr>
            <a:normAutofit/>
          </a:bodyPr>
          <a:lstStyle/>
          <a:p>
            <a:r>
              <a:rPr lang="en-GB">
                <a:solidFill>
                  <a:srgbClr val="FFFFFF"/>
                </a:solidFill>
              </a:rPr>
              <a:t>Worship</a:t>
            </a:r>
          </a:p>
        </p:txBody>
      </p:sp>
      <p:sp>
        <p:nvSpPr>
          <p:cNvPr id="12" name="Freeform: Shape 11">
            <a:extLst>
              <a:ext uri="{FF2B5EF4-FFF2-40B4-BE49-F238E27FC236}">
                <a16:creationId xmlns:a16="http://schemas.microsoft.com/office/drawing/2014/main" id="{14847E93-7DC1-4D4B-8829-B19AA7137C5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530529" y="0"/>
            <a:ext cx="1155142" cy="591009"/>
          </a:xfrm>
          <a:custGeom>
            <a:avLst/>
            <a:gdLst>
              <a:gd name="connsiteX0" fmla="*/ 1355 w 1155142"/>
              <a:gd name="connsiteY0" fmla="*/ 0 h 591009"/>
              <a:gd name="connsiteX1" fmla="*/ 1153787 w 1155142"/>
              <a:gd name="connsiteY1" fmla="*/ 0 h 591009"/>
              <a:gd name="connsiteX2" fmla="*/ 1155142 w 1155142"/>
              <a:gd name="connsiteY2" fmla="*/ 13438 h 591009"/>
              <a:gd name="connsiteX3" fmla="*/ 577571 w 1155142"/>
              <a:gd name="connsiteY3" fmla="*/ 591009 h 591009"/>
              <a:gd name="connsiteX4" fmla="*/ 0 w 1155142"/>
              <a:gd name="connsiteY4" fmla="*/ 13438 h 5910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5142" h="591009">
                <a:moveTo>
                  <a:pt x="1355" y="0"/>
                </a:moveTo>
                <a:lnTo>
                  <a:pt x="1153787" y="0"/>
                </a:lnTo>
                <a:lnTo>
                  <a:pt x="1155142" y="13438"/>
                </a:lnTo>
                <a:cubicBezTo>
                  <a:pt x="1155142" y="332422"/>
                  <a:pt x="896555" y="591009"/>
                  <a:pt x="577571" y="591009"/>
                </a:cubicBezTo>
                <a:cubicBezTo>
                  <a:pt x="258587" y="591009"/>
                  <a:pt x="0" y="332422"/>
                  <a:pt x="0" y="13438"/>
                </a:cubicBez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 name="Freeform: Shape 13">
            <a:extLst>
              <a:ext uri="{FF2B5EF4-FFF2-40B4-BE49-F238E27FC236}">
                <a16:creationId xmlns:a16="http://schemas.microsoft.com/office/drawing/2014/main" id="{5566D6E1-03A1-4D73-A4E0-35D74D568A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961511" y="-1"/>
            <a:ext cx="1737401" cy="959536"/>
          </a:xfrm>
          <a:custGeom>
            <a:avLst/>
            <a:gdLst>
              <a:gd name="connsiteX0" fmla="*/ 0 w 1737401"/>
              <a:gd name="connsiteY0" fmla="*/ 0 h 959536"/>
              <a:gd name="connsiteX1" fmla="*/ 123825 w 1737401"/>
              <a:gd name="connsiteY1" fmla="*/ 0 h 959536"/>
              <a:gd name="connsiteX2" fmla="*/ 123825 w 1737401"/>
              <a:gd name="connsiteY2" fmla="*/ 790277 h 959536"/>
              <a:gd name="connsiteX3" fmla="*/ 1490095 w 1737401"/>
              <a:gd name="connsiteY3" fmla="*/ 0 h 959536"/>
              <a:gd name="connsiteX4" fmla="*/ 1737401 w 1737401"/>
              <a:gd name="connsiteY4" fmla="*/ 0 h 959536"/>
              <a:gd name="connsiteX5" fmla="*/ 92869 w 1737401"/>
              <a:gd name="connsiteY5" fmla="*/ 951249 h 959536"/>
              <a:gd name="connsiteX6" fmla="*/ 61913 w 1737401"/>
              <a:gd name="connsiteY6" fmla="*/ 959536 h 959536"/>
              <a:gd name="connsiteX7" fmla="*/ 0 w 1737401"/>
              <a:gd name="connsiteY7" fmla="*/ 897624 h 959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37401" h="959536">
                <a:moveTo>
                  <a:pt x="0" y="0"/>
                </a:moveTo>
                <a:lnTo>
                  <a:pt x="123825" y="0"/>
                </a:lnTo>
                <a:lnTo>
                  <a:pt x="123825" y="790277"/>
                </a:lnTo>
                <a:lnTo>
                  <a:pt x="1490095" y="0"/>
                </a:lnTo>
                <a:lnTo>
                  <a:pt x="1737401" y="0"/>
                </a:lnTo>
                <a:lnTo>
                  <a:pt x="92869" y="951249"/>
                </a:lnTo>
                <a:cubicBezTo>
                  <a:pt x="83458" y="956688"/>
                  <a:pt x="72780" y="959546"/>
                  <a:pt x="61913" y="959536"/>
                </a:cubicBezTo>
                <a:cubicBezTo>
                  <a:pt x="27719" y="959536"/>
                  <a:pt x="0" y="931818"/>
                  <a:pt x="0" y="897624"/>
                </a:cubicBezTo>
                <a:close/>
              </a:path>
            </a:pathLst>
          </a:custGeom>
          <a:solidFill>
            <a:schemeClr val="accent6"/>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 name="Freeform: Shape 15">
            <a:extLst>
              <a:ext uri="{FF2B5EF4-FFF2-40B4-BE49-F238E27FC236}">
                <a16:creationId xmlns:a16="http://schemas.microsoft.com/office/drawing/2014/main" id="{9F835A99-04AC-494A-A572-AFE8413CC9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2936831"/>
            <a:ext cx="159741" cy="552996"/>
          </a:xfrm>
          <a:custGeom>
            <a:avLst/>
            <a:gdLst>
              <a:gd name="connsiteX0" fmla="*/ 159741 w 159741"/>
              <a:gd name="connsiteY0" fmla="*/ 0 h 552996"/>
              <a:gd name="connsiteX1" fmla="*/ 159741 w 159741"/>
              <a:gd name="connsiteY1" fmla="*/ 552996 h 552996"/>
              <a:gd name="connsiteX2" fmla="*/ 141849 w 159741"/>
              <a:gd name="connsiteY2" fmla="*/ 543285 h 552996"/>
              <a:gd name="connsiteX3" fmla="*/ 0 w 159741"/>
              <a:gd name="connsiteY3" fmla="*/ 276498 h 552996"/>
              <a:gd name="connsiteX4" fmla="*/ 141849 w 159741"/>
              <a:gd name="connsiteY4" fmla="*/ 9711 h 5529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9741" h="552996">
                <a:moveTo>
                  <a:pt x="159741" y="0"/>
                </a:moveTo>
                <a:lnTo>
                  <a:pt x="159741" y="552996"/>
                </a:lnTo>
                <a:lnTo>
                  <a:pt x="141849" y="543285"/>
                </a:lnTo>
                <a:cubicBezTo>
                  <a:pt x="56268" y="485467"/>
                  <a:pt x="0" y="387554"/>
                  <a:pt x="0" y="276498"/>
                </a:cubicBezTo>
                <a:cubicBezTo>
                  <a:pt x="0" y="165443"/>
                  <a:pt x="56268" y="67529"/>
                  <a:pt x="141849" y="9711"/>
                </a:cubicBezTo>
                <a:close/>
              </a:path>
            </a:pathLst>
          </a:custGeom>
          <a:solidFill>
            <a:schemeClr val="accent4"/>
          </a:solidFill>
          <a:ln w="12700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Content Placeholder 2">
            <a:extLst>
              <a:ext uri="{FF2B5EF4-FFF2-40B4-BE49-F238E27FC236}">
                <a16:creationId xmlns:a16="http://schemas.microsoft.com/office/drawing/2014/main" id="{4C985635-9C02-3186-F730-5915E835432B}"/>
              </a:ext>
            </a:extLst>
          </p:cNvPr>
          <p:cNvSpPr>
            <a:spLocks noGrp="1"/>
          </p:cNvSpPr>
          <p:nvPr>
            <p:ph idx="1"/>
          </p:nvPr>
        </p:nvSpPr>
        <p:spPr>
          <a:xfrm>
            <a:off x="6096000" y="820880"/>
            <a:ext cx="5257799" cy="4889350"/>
          </a:xfrm>
        </p:spPr>
        <p:txBody>
          <a:bodyPr anchor="t">
            <a:normAutofit/>
          </a:bodyPr>
          <a:lstStyle/>
          <a:p>
            <a:r>
              <a:rPr lang="en-GB"/>
              <a:t>Where do Jews worship?</a:t>
            </a:r>
          </a:p>
          <a:p>
            <a:r>
              <a:rPr lang="en-GB"/>
              <a:t>How do Jews worship? What are the key features?</a:t>
            </a:r>
          </a:p>
          <a:p>
            <a:r>
              <a:rPr lang="en-US"/>
              <a:t>How do the ways that Jewish worship is </a:t>
            </a:r>
            <a:r>
              <a:rPr lang="en-US" err="1"/>
              <a:t>organised</a:t>
            </a:r>
            <a:r>
              <a:rPr lang="en-US"/>
              <a:t> point to what is important to Jewish people?</a:t>
            </a:r>
          </a:p>
          <a:p>
            <a:endParaRPr lang="en-GB"/>
          </a:p>
        </p:txBody>
      </p:sp>
      <p:sp>
        <p:nvSpPr>
          <p:cNvPr id="18" name="Freeform: Shape 17">
            <a:extLst>
              <a:ext uri="{FF2B5EF4-FFF2-40B4-BE49-F238E27FC236}">
                <a16:creationId xmlns:a16="http://schemas.microsoft.com/office/drawing/2014/main" id="{7B786209-1B0B-4CA9-9BDD-F7327066A8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5835649"/>
            <a:ext cx="1548180" cy="1022351"/>
          </a:xfrm>
          <a:custGeom>
            <a:avLst/>
            <a:gdLst>
              <a:gd name="connsiteX0" fmla="*/ 61913 w 1548180"/>
              <a:gd name="connsiteY0" fmla="*/ 0 h 1022351"/>
              <a:gd name="connsiteX1" fmla="*/ 1548180 w 1548180"/>
              <a:gd name="connsiteY1" fmla="*/ 0 h 1022351"/>
              <a:gd name="connsiteX2" fmla="*/ 1548180 w 1548180"/>
              <a:gd name="connsiteY2" fmla="*/ 123825 h 1022351"/>
              <a:gd name="connsiteX3" fmla="*/ 123825 w 1548180"/>
              <a:gd name="connsiteY3" fmla="*/ 123825 h 1022351"/>
              <a:gd name="connsiteX4" fmla="*/ 123825 w 1548180"/>
              <a:gd name="connsiteY4" fmla="*/ 1022351 h 1022351"/>
              <a:gd name="connsiteX5" fmla="*/ 0 w 1548180"/>
              <a:gd name="connsiteY5" fmla="*/ 1022351 h 1022351"/>
              <a:gd name="connsiteX6" fmla="*/ 0 w 1548180"/>
              <a:gd name="connsiteY6" fmla="*/ 61913 h 1022351"/>
              <a:gd name="connsiteX7" fmla="*/ 61913 w 1548180"/>
              <a:gd name="connsiteY7" fmla="*/ 0 h 10223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548180" h="1022351">
                <a:moveTo>
                  <a:pt x="61913" y="0"/>
                </a:moveTo>
                <a:lnTo>
                  <a:pt x="1548180" y="0"/>
                </a:lnTo>
                <a:lnTo>
                  <a:pt x="1548180" y="123825"/>
                </a:lnTo>
                <a:lnTo>
                  <a:pt x="123825" y="123825"/>
                </a:lnTo>
                <a:lnTo>
                  <a:pt x="123825" y="1022351"/>
                </a:lnTo>
                <a:lnTo>
                  <a:pt x="0" y="1022351"/>
                </a:lnTo>
                <a:lnTo>
                  <a:pt x="0" y="61913"/>
                </a:lnTo>
                <a:cubicBezTo>
                  <a:pt x="0" y="27719"/>
                  <a:pt x="27719" y="0"/>
                  <a:pt x="61913" y="0"/>
                </a:cubicBezTo>
                <a:close/>
              </a:path>
            </a:pathLst>
          </a:custGeom>
          <a:solidFill>
            <a:schemeClr val="accent6"/>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0" name="Freeform: Shape 19">
            <a:extLst>
              <a:ext uri="{FF2B5EF4-FFF2-40B4-BE49-F238E27FC236}">
                <a16:creationId xmlns:a16="http://schemas.microsoft.com/office/drawing/2014/main" id="{2D2964BB-484D-45AE-AD66-D407D06296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418308" y="5717905"/>
            <a:ext cx="1771609" cy="1140095"/>
          </a:xfrm>
          <a:custGeom>
            <a:avLst/>
            <a:gdLst>
              <a:gd name="connsiteX0" fmla="*/ 1561721 w 1771609"/>
              <a:gd name="connsiteY0" fmla="*/ 763041 h 1140095"/>
              <a:gd name="connsiteX1" fmla="*/ 1623024 w 1771609"/>
              <a:gd name="connsiteY1" fmla="*/ 792810 h 1140095"/>
              <a:gd name="connsiteX2" fmla="*/ 1711735 w 1771609"/>
              <a:gd name="connsiteY2" fmla="*/ 970132 h 1140095"/>
              <a:gd name="connsiteX3" fmla="*/ 1771609 w 1771609"/>
              <a:gd name="connsiteY3" fmla="*/ 1140095 h 1140095"/>
              <a:gd name="connsiteX4" fmla="*/ 1637225 w 1771609"/>
              <a:gd name="connsiteY4" fmla="*/ 1140095 h 1140095"/>
              <a:gd name="connsiteX5" fmla="*/ 1594820 w 1771609"/>
              <a:gd name="connsiteY5" fmla="*/ 1019711 h 1140095"/>
              <a:gd name="connsiteX6" fmla="*/ 1513200 w 1771609"/>
              <a:gd name="connsiteY6" fmla="*/ 856627 h 1140095"/>
              <a:gd name="connsiteX7" fmla="*/ 1538499 w 1771609"/>
              <a:gd name="connsiteY7" fmla="*/ 770415 h 1140095"/>
              <a:gd name="connsiteX8" fmla="*/ 1561721 w 1771609"/>
              <a:gd name="connsiteY8" fmla="*/ 763041 h 1140095"/>
              <a:gd name="connsiteX9" fmla="*/ 933455 w 1771609"/>
              <a:gd name="connsiteY9" fmla="*/ 161309 h 1140095"/>
              <a:gd name="connsiteX10" fmla="*/ 957797 w 1771609"/>
              <a:gd name="connsiteY10" fmla="*/ 167970 h 1140095"/>
              <a:gd name="connsiteX11" fmla="*/ 1286982 w 1771609"/>
              <a:gd name="connsiteY11" fmla="*/ 387616 h 1140095"/>
              <a:gd name="connsiteX12" fmla="*/ 1293725 w 1771609"/>
              <a:gd name="connsiteY12" fmla="*/ 477075 h 1140095"/>
              <a:gd name="connsiteX13" fmla="*/ 1245453 w 1771609"/>
              <a:gd name="connsiteY13" fmla="*/ 499154 h 1140095"/>
              <a:gd name="connsiteX14" fmla="*/ 1245167 w 1771609"/>
              <a:gd name="connsiteY14" fmla="*/ 499154 h 1140095"/>
              <a:gd name="connsiteX15" fmla="*/ 1203638 w 1771609"/>
              <a:gd name="connsiteY15" fmla="*/ 484104 h 1140095"/>
              <a:gd name="connsiteX16" fmla="*/ 900647 w 1771609"/>
              <a:gd name="connsiteY16" fmla="*/ 281508 h 1140095"/>
              <a:gd name="connsiteX17" fmla="*/ 872454 w 1771609"/>
              <a:gd name="connsiteY17" fmla="*/ 196164 h 1140095"/>
              <a:gd name="connsiteX18" fmla="*/ 933455 w 1771609"/>
              <a:gd name="connsiteY18" fmla="*/ 161309 h 1140095"/>
              <a:gd name="connsiteX19" fmla="*/ 256260 w 1771609"/>
              <a:gd name="connsiteY19" fmla="*/ 29 h 1140095"/>
              <a:gd name="connsiteX20" fmla="*/ 454020 w 1771609"/>
              <a:gd name="connsiteY20" fmla="*/ 13474 h 1140095"/>
              <a:gd name="connsiteX21" fmla="*/ 509236 w 1771609"/>
              <a:gd name="connsiteY21" fmla="*/ 84182 h 1140095"/>
              <a:gd name="connsiteX22" fmla="*/ 445829 w 1771609"/>
              <a:gd name="connsiteY22" fmla="*/ 139871 h 1140095"/>
              <a:gd name="connsiteX23" fmla="*/ 437447 w 1771609"/>
              <a:gd name="connsiteY23" fmla="*/ 139395 h 1140095"/>
              <a:gd name="connsiteX24" fmla="*/ 73211 w 1771609"/>
              <a:gd name="connsiteY24" fmla="*/ 137204 h 1140095"/>
              <a:gd name="connsiteX25" fmla="*/ 749 w 1771609"/>
              <a:gd name="connsiteY25" fmla="*/ 84082 h 1140095"/>
              <a:gd name="connsiteX26" fmla="*/ 53871 w 1771609"/>
              <a:gd name="connsiteY26" fmla="*/ 11621 h 1140095"/>
              <a:gd name="connsiteX27" fmla="*/ 58352 w 1771609"/>
              <a:gd name="connsiteY27" fmla="*/ 11093 h 1140095"/>
              <a:gd name="connsiteX28" fmla="*/ 256260 w 1771609"/>
              <a:gd name="connsiteY28" fmla="*/ 29 h 11400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771609" h="1140095">
                <a:moveTo>
                  <a:pt x="1561721" y="763041"/>
                </a:moveTo>
                <a:cubicBezTo>
                  <a:pt x="1585506" y="760324"/>
                  <a:pt x="1609722" y="771249"/>
                  <a:pt x="1623024" y="792810"/>
                </a:cubicBezTo>
                <a:cubicBezTo>
                  <a:pt x="1656300" y="850065"/>
                  <a:pt x="1685920" y="909291"/>
                  <a:pt x="1711735" y="970132"/>
                </a:cubicBezTo>
                <a:lnTo>
                  <a:pt x="1771609" y="1140095"/>
                </a:lnTo>
                <a:lnTo>
                  <a:pt x="1637225" y="1140095"/>
                </a:lnTo>
                <a:lnTo>
                  <a:pt x="1594820" y="1019711"/>
                </a:lnTo>
                <a:cubicBezTo>
                  <a:pt x="1571072" y="963753"/>
                  <a:pt x="1543818" y="909282"/>
                  <a:pt x="1513200" y="856627"/>
                </a:cubicBezTo>
                <a:cubicBezTo>
                  <a:pt x="1496379" y="825834"/>
                  <a:pt x="1507704" y="787236"/>
                  <a:pt x="1538499" y="770415"/>
                </a:cubicBezTo>
                <a:cubicBezTo>
                  <a:pt x="1545912" y="766367"/>
                  <a:pt x="1553792" y="763946"/>
                  <a:pt x="1561721" y="763041"/>
                </a:cubicBezTo>
                <a:close/>
                <a:moveTo>
                  <a:pt x="933455" y="161309"/>
                </a:moveTo>
                <a:cubicBezTo>
                  <a:pt x="941693" y="161855"/>
                  <a:pt x="949959" y="164025"/>
                  <a:pt x="957797" y="167970"/>
                </a:cubicBezTo>
                <a:cubicBezTo>
                  <a:pt x="1076184" y="227289"/>
                  <a:pt x="1186759" y="301068"/>
                  <a:pt x="1286982" y="387616"/>
                </a:cubicBezTo>
                <a:cubicBezTo>
                  <a:pt x="1313547" y="410457"/>
                  <a:pt x="1316566" y="450510"/>
                  <a:pt x="1293725" y="477075"/>
                </a:cubicBezTo>
                <a:cubicBezTo>
                  <a:pt x="1281638" y="491137"/>
                  <a:pt x="1263998" y="499204"/>
                  <a:pt x="1245453" y="499154"/>
                </a:cubicBezTo>
                <a:lnTo>
                  <a:pt x="1245167" y="499154"/>
                </a:lnTo>
                <a:cubicBezTo>
                  <a:pt x="1229965" y="499301"/>
                  <a:pt x="1215220" y="493956"/>
                  <a:pt x="1203638" y="484104"/>
                </a:cubicBezTo>
                <a:cubicBezTo>
                  <a:pt x="1111407" y="404300"/>
                  <a:pt x="1009633" y="336248"/>
                  <a:pt x="900647" y="281508"/>
                </a:cubicBezTo>
                <a:cubicBezTo>
                  <a:pt x="869295" y="265726"/>
                  <a:pt x="856672" y="227516"/>
                  <a:pt x="872454" y="196164"/>
                </a:cubicBezTo>
                <a:cubicBezTo>
                  <a:pt x="884290" y="172650"/>
                  <a:pt x="908742" y="159670"/>
                  <a:pt x="933455" y="161309"/>
                </a:cubicBezTo>
                <a:close/>
                <a:moveTo>
                  <a:pt x="256260" y="29"/>
                </a:moveTo>
                <a:cubicBezTo>
                  <a:pt x="322331" y="427"/>
                  <a:pt x="388378" y="4909"/>
                  <a:pt x="454020" y="13474"/>
                </a:cubicBezTo>
                <a:cubicBezTo>
                  <a:pt x="488793" y="17752"/>
                  <a:pt x="513514" y="49409"/>
                  <a:pt x="509236" y="84182"/>
                </a:cubicBezTo>
                <a:cubicBezTo>
                  <a:pt x="505303" y="116151"/>
                  <a:pt x="478038" y="140098"/>
                  <a:pt x="445829" y="139871"/>
                </a:cubicBezTo>
                <a:cubicBezTo>
                  <a:pt x="443027" y="139899"/>
                  <a:pt x="440227" y="139740"/>
                  <a:pt x="437447" y="139395"/>
                </a:cubicBezTo>
                <a:cubicBezTo>
                  <a:pt x="316592" y="123615"/>
                  <a:pt x="194247" y="122878"/>
                  <a:pt x="73211" y="137204"/>
                </a:cubicBezTo>
                <a:cubicBezTo>
                  <a:pt x="38532" y="142545"/>
                  <a:pt x="6090" y="118762"/>
                  <a:pt x="749" y="84082"/>
                </a:cubicBezTo>
                <a:cubicBezTo>
                  <a:pt x="-4591" y="49403"/>
                  <a:pt x="19192" y="16961"/>
                  <a:pt x="53871" y="11621"/>
                </a:cubicBezTo>
                <a:cubicBezTo>
                  <a:pt x="55358" y="11392"/>
                  <a:pt x="56852" y="11216"/>
                  <a:pt x="58352" y="11093"/>
                </a:cubicBezTo>
                <a:cubicBezTo>
                  <a:pt x="124093" y="3319"/>
                  <a:pt x="190189" y="-369"/>
                  <a:pt x="256260" y="29"/>
                </a:cubicBezTo>
                <a:close/>
              </a:path>
            </a:pathLst>
          </a:custGeom>
          <a:solidFill>
            <a:schemeClr val="accent4"/>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2" name="Freeform: Shape 21">
            <a:extLst>
              <a:ext uri="{FF2B5EF4-FFF2-40B4-BE49-F238E27FC236}">
                <a16:creationId xmlns:a16="http://schemas.microsoft.com/office/drawing/2014/main" id="{6691AC69-A76E-4DAB-B565-468B6B87ACF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132972" y="6258755"/>
            <a:ext cx="1565940" cy="599245"/>
          </a:xfrm>
          <a:custGeom>
            <a:avLst/>
            <a:gdLst>
              <a:gd name="connsiteX0" fmla="*/ 782970 w 1565940"/>
              <a:gd name="connsiteY0" fmla="*/ 0 h 599245"/>
              <a:gd name="connsiteX1" fmla="*/ 1528042 w 1565940"/>
              <a:gd name="connsiteY1" fmla="*/ 480469 h 599245"/>
              <a:gd name="connsiteX2" fmla="*/ 1565940 w 1565940"/>
              <a:gd name="connsiteY2" fmla="*/ 599245 h 599245"/>
              <a:gd name="connsiteX3" fmla="*/ 0 w 1565940"/>
              <a:gd name="connsiteY3" fmla="*/ 599245 h 599245"/>
              <a:gd name="connsiteX4" fmla="*/ 37898 w 1565940"/>
              <a:gd name="connsiteY4" fmla="*/ 480469 h 599245"/>
              <a:gd name="connsiteX5" fmla="*/ 782970 w 1565940"/>
              <a:gd name="connsiteY5" fmla="*/ 0 h 5992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65940" h="599245">
                <a:moveTo>
                  <a:pt x="782970" y="0"/>
                </a:moveTo>
                <a:cubicBezTo>
                  <a:pt x="1117910" y="0"/>
                  <a:pt x="1405287" y="198118"/>
                  <a:pt x="1528042" y="480469"/>
                </a:cubicBezTo>
                <a:lnTo>
                  <a:pt x="1565940" y="599245"/>
                </a:lnTo>
                <a:lnTo>
                  <a:pt x="0" y="599245"/>
                </a:lnTo>
                <a:lnTo>
                  <a:pt x="37898" y="480469"/>
                </a:lnTo>
                <a:cubicBezTo>
                  <a:pt x="160653" y="198118"/>
                  <a:pt x="448030" y="0"/>
                  <a:pt x="782970"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6036624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6" name="Rectangle 35">
            <a:extLst>
              <a:ext uri="{FF2B5EF4-FFF2-40B4-BE49-F238E27FC236}">
                <a16:creationId xmlns:a16="http://schemas.microsoft.com/office/drawing/2014/main" id="{1709F1D5-B0F1-4714-A239-E5B61C16191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8" name="Rectangle: Rounded Corners 37">
            <a:extLst>
              <a:ext uri="{FF2B5EF4-FFF2-40B4-BE49-F238E27FC236}">
                <a16:creationId xmlns:a16="http://schemas.microsoft.com/office/drawing/2014/main" id="{228FB460-D3FF-4440-A020-05982A09E5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40546" y="1011045"/>
            <a:ext cx="4369859" cy="4369859"/>
          </a:xfrm>
          <a:prstGeom prst="roundRect">
            <a:avLst>
              <a:gd name="adj" fmla="val 2757"/>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FAD240F0-5A73-42EC-BB10-B4E33FCC75EB}"/>
              </a:ext>
            </a:extLst>
          </p:cNvPr>
          <p:cNvSpPr>
            <a:spLocks noGrp="1"/>
          </p:cNvSpPr>
          <p:nvPr>
            <p:ph type="title"/>
          </p:nvPr>
        </p:nvSpPr>
        <p:spPr>
          <a:xfrm>
            <a:off x="956826" y="1112969"/>
            <a:ext cx="3937298" cy="4166010"/>
          </a:xfrm>
        </p:spPr>
        <p:txBody>
          <a:bodyPr>
            <a:normAutofit/>
          </a:bodyPr>
          <a:lstStyle/>
          <a:p>
            <a:pPr lvl="0"/>
            <a:r>
              <a:rPr lang="en-US">
                <a:solidFill>
                  <a:schemeClr val="bg1"/>
                </a:solidFill>
              </a:rPr>
              <a:t>Yom Kippur</a:t>
            </a:r>
          </a:p>
        </p:txBody>
      </p:sp>
      <p:sp>
        <p:nvSpPr>
          <p:cNvPr id="40" name="Freeform: Shape 39">
            <a:extLst>
              <a:ext uri="{FF2B5EF4-FFF2-40B4-BE49-F238E27FC236}">
                <a16:creationId xmlns:a16="http://schemas.microsoft.com/office/drawing/2014/main" id="{14847E93-7DC1-4D4B-8829-B19AA7137C5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530529" y="0"/>
            <a:ext cx="1155142" cy="591009"/>
          </a:xfrm>
          <a:custGeom>
            <a:avLst/>
            <a:gdLst>
              <a:gd name="connsiteX0" fmla="*/ 1355 w 1155142"/>
              <a:gd name="connsiteY0" fmla="*/ 0 h 591009"/>
              <a:gd name="connsiteX1" fmla="*/ 1153787 w 1155142"/>
              <a:gd name="connsiteY1" fmla="*/ 0 h 591009"/>
              <a:gd name="connsiteX2" fmla="*/ 1155142 w 1155142"/>
              <a:gd name="connsiteY2" fmla="*/ 13438 h 591009"/>
              <a:gd name="connsiteX3" fmla="*/ 577571 w 1155142"/>
              <a:gd name="connsiteY3" fmla="*/ 591009 h 591009"/>
              <a:gd name="connsiteX4" fmla="*/ 0 w 1155142"/>
              <a:gd name="connsiteY4" fmla="*/ 13438 h 5910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5142" h="591009">
                <a:moveTo>
                  <a:pt x="1355" y="0"/>
                </a:moveTo>
                <a:lnTo>
                  <a:pt x="1153787" y="0"/>
                </a:lnTo>
                <a:lnTo>
                  <a:pt x="1155142" y="13438"/>
                </a:lnTo>
                <a:cubicBezTo>
                  <a:pt x="1155142" y="332422"/>
                  <a:pt x="896555" y="591009"/>
                  <a:pt x="577571" y="591009"/>
                </a:cubicBezTo>
                <a:cubicBezTo>
                  <a:pt x="258587" y="591009"/>
                  <a:pt x="0" y="332422"/>
                  <a:pt x="0" y="13438"/>
                </a:cubicBez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2" name="Freeform: Shape 41">
            <a:extLst>
              <a:ext uri="{FF2B5EF4-FFF2-40B4-BE49-F238E27FC236}">
                <a16:creationId xmlns:a16="http://schemas.microsoft.com/office/drawing/2014/main" id="{5566D6E1-03A1-4D73-A4E0-35D74D568A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961511" y="-1"/>
            <a:ext cx="1737401" cy="959536"/>
          </a:xfrm>
          <a:custGeom>
            <a:avLst/>
            <a:gdLst>
              <a:gd name="connsiteX0" fmla="*/ 0 w 1737401"/>
              <a:gd name="connsiteY0" fmla="*/ 0 h 959536"/>
              <a:gd name="connsiteX1" fmla="*/ 123825 w 1737401"/>
              <a:gd name="connsiteY1" fmla="*/ 0 h 959536"/>
              <a:gd name="connsiteX2" fmla="*/ 123825 w 1737401"/>
              <a:gd name="connsiteY2" fmla="*/ 790277 h 959536"/>
              <a:gd name="connsiteX3" fmla="*/ 1490095 w 1737401"/>
              <a:gd name="connsiteY3" fmla="*/ 0 h 959536"/>
              <a:gd name="connsiteX4" fmla="*/ 1737401 w 1737401"/>
              <a:gd name="connsiteY4" fmla="*/ 0 h 959536"/>
              <a:gd name="connsiteX5" fmla="*/ 92869 w 1737401"/>
              <a:gd name="connsiteY5" fmla="*/ 951249 h 959536"/>
              <a:gd name="connsiteX6" fmla="*/ 61913 w 1737401"/>
              <a:gd name="connsiteY6" fmla="*/ 959536 h 959536"/>
              <a:gd name="connsiteX7" fmla="*/ 0 w 1737401"/>
              <a:gd name="connsiteY7" fmla="*/ 897624 h 959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37401" h="959536">
                <a:moveTo>
                  <a:pt x="0" y="0"/>
                </a:moveTo>
                <a:lnTo>
                  <a:pt x="123825" y="0"/>
                </a:lnTo>
                <a:lnTo>
                  <a:pt x="123825" y="790277"/>
                </a:lnTo>
                <a:lnTo>
                  <a:pt x="1490095" y="0"/>
                </a:lnTo>
                <a:lnTo>
                  <a:pt x="1737401" y="0"/>
                </a:lnTo>
                <a:lnTo>
                  <a:pt x="92869" y="951249"/>
                </a:lnTo>
                <a:cubicBezTo>
                  <a:pt x="83458" y="956688"/>
                  <a:pt x="72780" y="959546"/>
                  <a:pt x="61913" y="959536"/>
                </a:cubicBezTo>
                <a:cubicBezTo>
                  <a:pt x="27719" y="959536"/>
                  <a:pt x="0" y="931818"/>
                  <a:pt x="0" y="897624"/>
                </a:cubicBezTo>
                <a:close/>
              </a:path>
            </a:pathLst>
          </a:custGeom>
          <a:solidFill>
            <a:schemeClr val="accent6"/>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4" name="Freeform: Shape 43">
            <a:extLst>
              <a:ext uri="{FF2B5EF4-FFF2-40B4-BE49-F238E27FC236}">
                <a16:creationId xmlns:a16="http://schemas.microsoft.com/office/drawing/2014/main" id="{9F835A99-04AC-494A-A572-AFE8413CC9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2936831"/>
            <a:ext cx="159741" cy="552996"/>
          </a:xfrm>
          <a:custGeom>
            <a:avLst/>
            <a:gdLst>
              <a:gd name="connsiteX0" fmla="*/ 159741 w 159741"/>
              <a:gd name="connsiteY0" fmla="*/ 0 h 552996"/>
              <a:gd name="connsiteX1" fmla="*/ 159741 w 159741"/>
              <a:gd name="connsiteY1" fmla="*/ 552996 h 552996"/>
              <a:gd name="connsiteX2" fmla="*/ 141849 w 159741"/>
              <a:gd name="connsiteY2" fmla="*/ 543285 h 552996"/>
              <a:gd name="connsiteX3" fmla="*/ 0 w 159741"/>
              <a:gd name="connsiteY3" fmla="*/ 276498 h 552996"/>
              <a:gd name="connsiteX4" fmla="*/ 141849 w 159741"/>
              <a:gd name="connsiteY4" fmla="*/ 9711 h 5529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9741" h="552996">
                <a:moveTo>
                  <a:pt x="159741" y="0"/>
                </a:moveTo>
                <a:lnTo>
                  <a:pt x="159741" y="552996"/>
                </a:lnTo>
                <a:lnTo>
                  <a:pt x="141849" y="543285"/>
                </a:lnTo>
                <a:cubicBezTo>
                  <a:pt x="56268" y="485467"/>
                  <a:pt x="0" y="387554"/>
                  <a:pt x="0" y="276498"/>
                </a:cubicBezTo>
                <a:cubicBezTo>
                  <a:pt x="0" y="165443"/>
                  <a:pt x="56268" y="67529"/>
                  <a:pt x="141849" y="9711"/>
                </a:cubicBezTo>
                <a:close/>
              </a:path>
            </a:pathLst>
          </a:custGeom>
          <a:solidFill>
            <a:schemeClr val="accent4"/>
          </a:solidFill>
          <a:ln w="12700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Content Placeholder 2">
            <a:extLst>
              <a:ext uri="{FF2B5EF4-FFF2-40B4-BE49-F238E27FC236}">
                <a16:creationId xmlns:a16="http://schemas.microsoft.com/office/drawing/2014/main" id="{428E672A-B670-4960-A2F1-5CFBA7A268C5}"/>
              </a:ext>
            </a:extLst>
          </p:cNvPr>
          <p:cNvSpPr>
            <a:spLocks noGrp="1"/>
          </p:cNvSpPr>
          <p:nvPr>
            <p:ph idx="1"/>
          </p:nvPr>
        </p:nvSpPr>
        <p:spPr>
          <a:xfrm>
            <a:off x="6096000" y="2238702"/>
            <a:ext cx="5257799" cy="3471527"/>
          </a:xfrm>
        </p:spPr>
        <p:txBody>
          <a:bodyPr anchor="t">
            <a:normAutofit/>
          </a:bodyPr>
          <a:lstStyle/>
          <a:p>
            <a:r>
              <a:rPr lang="en-GB"/>
              <a:t>Why is Yom Kippur important for Jews?</a:t>
            </a:r>
          </a:p>
          <a:p>
            <a:r>
              <a:rPr lang="en-GB"/>
              <a:t>How is it commemorated?</a:t>
            </a:r>
          </a:p>
        </p:txBody>
      </p:sp>
      <p:sp>
        <p:nvSpPr>
          <p:cNvPr id="46" name="Freeform: Shape 45">
            <a:extLst>
              <a:ext uri="{FF2B5EF4-FFF2-40B4-BE49-F238E27FC236}">
                <a16:creationId xmlns:a16="http://schemas.microsoft.com/office/drawing/2014/main" id="{7B786209-1B0B-4CA9-9BDD-F7327066A8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5835649"/>
            <a:ext cx="1548180" cy="1022351"/>
          </a:xfrm>
          <a:custGeom>
            <a:avLst/>
            <a:gdLst>
              <a:gd name="connsiteX0" fmla="*/ 61913 w 1548180"/>
              <a:gd name="connsiteY0" fmla="*/ 0 h 1022351"/>
              <a:gd name="connsiteX1" fmla="*/ 1548180 w 1548180"/>
              <a:gd name="connsiteY1" fmla="*/ 0 h 1022351"/>
              <a:gd name="connsiteX2" fmla="*/ 1548180 w 1548180"/>
              <a:gd name="connsiteY2" fmla="*/ 123825 h 1022351"/>
              <a:gd name="connsiteX3" fmla="*/ 123825 w 1548180"/>
              <a:gd name="connsiteY3" fmla="*/ 123825 h 1022351"/>
              <a:gd name="connsiteX4" fmla="*/ 123825 w 1548180"/>
              <a:gd name="connsiteY4" fmla="*/ 1022351 h 1022351"/>
              <a:gd name="connsiteX5" fmla="*/ 0 w 1548180"/>
              <a:gd name="connsiteY5" fmla="*/ 1022351 h 1022351"/>
              <a:gd name="connsiteX6" fmla="*/ 0 w 1548180"/>
              <a:gd name="connsiteY6" fmla="*/ 61913 h 1022351"/>
              <a:gd name="connsiteX7" fmla="*/ 61913 w 1548180"/>
              <a:gd name="connsiteY7" fmla="*/ 0 h 10223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548180" h="1022351">
                <a:moveTo>
                  <a:pt x="61913" y="0"/>
                </a:moveTo>
                <a:lnTo>
                  <a:pt x="1548180" y="0"/>
                </a:lnTo>
                <a:lnTo>
                  <a:pt x="1548180" y="123825"/>
                </a:lnTo>
                <a:lnTo>
                  <a:pt x="123825" y="123825"/>
                </a:lnTo>
                <a:lnTo>
                  <a:pt x="123825" y="1022351"/>
                </a:lnTo>
                <a:lnTo>
                  <a:pt x="0" y="1022351"/>
                </a:lnTo>
                <a:lnTo>
                  <a:pt x="0" y="61913"/>
                </a:lnTo>
                <a:cubicBezTo>
                  <a:pt x="0" y="27719"/>
                  <a:pt x="27719" y="0"/>
                  <a:pt x="61913" y="0"/>
                </a:cubicBezTo>
                <a:close/>
              </a:path>
            </a:pathLst>
          </a:custGeom>
          <a:solidFill>
            <a:schemeClr val="accent6"/>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8" name="Freeform: Shape 47">
            <a:extLst>
              <a:ext uri="{FF2B5EF4-FFF2-40B4-BE49-F238E27FC236}">
                <a16:creationId xmlns:a16="http://schemas.microsoft.com/office/drawing/2014/main" id="{2D2964BB-484D-45AE-AD66-D407D06296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418308" y="5717905"/>
            <a:ext cx="1771609" cy="1140095"/>
          </a:xfrm>
          <a:custGeom>
            <a:avLst/>
            <a:gdLst>
              <a:gd name="connsiteX0" fmla="*/ 1561721 w 1771609"/>
              <a:gd name="connsiteY0" fmla="*/ 763041 h 1140095"/>
              <a:gd name="connsiteX1" fmla="*/ 1623024 w 1771609"/>
              <a:gd name="connsiteY1" fmla="*/ 792810 h 1140095"/>
              <a:gd name="connsiteX2" fmla="*/ 1711735 w 1771609"/>
              <a:gd name="connsiteY2" fmla="*/ 970132 h 1140095"/>
              <a:gd name="connsiteX3" fmla="*/ 1771609 w 1771609"/>
              <a:gd name="connsiteY3" fmla="*/ 1140095 h 1140095"/>
              <a:gd name="connsiteX4" fmla="*/ 1637225 w 1771609"/>
              <a:gd name="connsiteY4" fmla="*/ 1140095 h 1140095"/>
              <a:gd name="connsiteX5" fmla="*/ 1594820 w 1771609"/>
              <a:gd name="connsiteY5" fmla="*/ 1019711 h 1140095"/>
              <a:gd name="connsiteX6" fmla="*/ 1513200 w 1771609"/>
              <a:gd name="connsiteY6" fmla="*/ 856627 h 1140095"/>
              <a:gd name="connsiteX7" fmla="*/ 1538499 w 1771609"/>
              <a:gd name="connsiteY7" fmla="*/ 770415 h 1140095"/>
              <a:gd name="connsiteX8" fmla="*/ 1561721 w 1771609"/>
              <a:gd name="connsiteY8" fmla="*/ 763041 h 1140095"/>
              <a:gd name="connsiteX9" fmla="*/ 933455 w 1771609"/>
              <a:gd name="connsiteY9" fmla="*/ 161309 h 1140095"/>
              <a:gd name="connsiteX10" fmla="*/ 957797 w 1771609"/>
              <a:gd name="connsiteY10" fmla="*/ 167970 h 1140095"/>
              <a:gd name="connsiteX11" fmla="*/ 1286982 w 1771609"/>
              <a:gd name="connsiteY11" fmla="*/ 387616 h 1140095"/>
              <a:gd name="connsiteX12" fmla="*/ 1293725 w 1771609"/>
              <a:gd name="connsiteY12" fmla="*/ 477075 h 1140095"/>
              <a:gd name="connsiteX13" fmla="*/ 1245453 w 1771609"/>
              <a:gd name="connsiteY13" fmla="*/ 499154 h 1140095"/>
              <a:gd name="connsiteX14" fmla="*/ 1245167 w 1771609"/>
              <a:gd name="connsiteY14" fmla="*/ 499154 h 1140095"/>
              <a:gd name="connsiteX15" fmla="*/ 1203638 w 1771609"/>
              <a:gd name="connsiteY15" fmla="*/ 484104 h 1140095"/>
              <a:gd name="connsiteX16" fmla="*/ 900647 w 1771609"/>
              <a:gd name="connsiteY16" fmla="*/ 281508 h 1140095"/>
              <a:gd name="connsiteX17" fmla="*/ 872454 w 1771609"/>
              <a:gd name="connsiteY17" fmla="*/ 196164 h 1140095"/>
              <a:gd name="connsiteX18" fmla="*/ 933455 w 1771609"/>
              <a:gd name="connsiteY18" fmla="*/ 161309 h 1140095"/>
              <a:gd name="connsiteX19" fmla="*/ 256260 w 1771609"/>
              <a:gd name="connsiteY19" fmla="*/ 29 h 1140095"/>
              <a:gd name="connsiteX20" fmla="*/ 454020 w 1771609"/>
              <a:gd name="connsiteY20" fmla="*/ 13474 h 1140095"/>
              <a:gd name="connsiteX21" fmla="*/ 509236 w 1771609"/>
              <a:gd name="connsiteY21" fmla="*/ 84182 h 1140095"/>
              <a:gd name="connsiteX22" fmla="*/ 445829 w 1771609"/>
              <a:gd name="connsiteY22" fmla="*/ 139871 h 1140095"/>
              <a:gd name="connsiteX23" fmla="*/ 437447 w 1771609"/>
              <a:gd name="connsiteY23" fmla="*/ 139395 h 1140095"/>
              <a:gd name="connsiteX24" fmla="*/ 73211 w 1771609"/>
              <a:gd name="connsiteY24" fmla="*/ 137204 h 1140095"/>
              <a:gd name="connsiteX25" fmla="*/ 749 w 1771609"/>
              <a:gd name="connsiteY25" fmla="*/ 84082 h 1140095"/>
              <a:gd name="connsiteX26" fmla="*/ 53871 w 1771609"/>
              <a:gd name="connsiteY26" fmla="*/ 11621 h 1140095"/>
              <a:gd name="connsiteX27" fmla="*/ 58352 w 1771609"/>
              <a:gd name="connsiteY27" fmla="*/ 11093 h 1140095"/>
              <a:gd name="connsiteX28" fmla="*/ 256260 w 1771609"/>
              <a:gd name="connsiteY28" fmla="*/ 29 h 11400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771609" h="1140095">
                <a:moveTo>
                  <a:pt x="1561721" y="763041"/>
                </a:moveTo>
                <a:cubicBezTo>
                  <a:pt x="1585506" y="760324"/>
                  <a:pt x="1609722" y="771249"/>
                  <a:pt x="1623024" y="792810"/>
                </a:cubicBezTo>
                <a:cubicBezTo>
                  <a:pt x="1656300" y="850065"/>
                  <a:pt x="1685920" y="909291"/>
                  <a:pt x="1711735" y="970132"/>
                </a:cubicBezTo>
                <a:lnTo>
                  <a:pt x="1771609" y="1140095"/>
                </a:lnTo>
                <a:lnTo>
                  <a:pt x="1637225" y="1140095"/>
                </a:lnTo>
                <a:lnTo>
                  <a:pt x="1594820" y="1019711"/>
                </a:lnTo>
                <a:cubicBezTo>
                  <a:pt x="1571072" y="963753"/>
                  <a:pt x="1543818" y="909282"/>
                  <a:pt x="1513200" y="856627"/>
                </a:cubicBezTo>
                <a:cubicBezTo>
                  <a:pt x="1496379" y="825834"/>
                  <a:pt x="1507704" y="787236"/>
                  <a:pt x="1538499" y="770415"/>
                </a:cubicBezTo>
                <a:cubicBezTo>
                  <a:pt x="1545912" y="766367"/>
                  <a:pt x="1553792" y="763946"/>
                  <a:pt x="1561721" y="763041"/>
                </a:cubicBezTo>
                <a:close/>
                <a:moveTo>
                  <a:pt x="933455" y="161309"/>
                </a:moveTo>
                <a:cubicBezTo>
                  <a:pt x="941693" y="161855"/>
                  <a:pt x="949959" y="164025"/>
                  <a:pt x="957797" y="167970"/>
                </a:cubicBezTo>
                <a:cubicBezTo>
                  <a:pt x="1076184" y="227289"/>
                  <a:pt x="1186759" y="301068"/>
                  <a:pt x="1286982" y="387616"/>
                </a:cubicBezTo>
                <a:cubicBezTo>
                  <a:pt x="1313547" y="410457"/>
                  <a:pt x="1316566" y="450510"/>
                  <a:pt x="1293725" y="477075"/>
                </a:cubicBezTo>
                <a:cubicBezTo>
                  <a:pt x="1281638" y="491137"/>
                  <a:pt x="1263998" y="499204"/>
                  <a:pt x="1245453" y="499154"/>
                </a:cubicBezTo>
                <a:lnTo>
                  <a:pt x="1245167" y="499154"/>
                </a:lnTo>
                <a:cubicBezTo>
                  <a:pt x="1229965" y="499301"/>
                  <a:pt x="1215220" y="493956"/>
                  <a:pt x="1203638" y="484104"/>
                </a:cubicBezTo>
                <a:cubicBezTo>
                  <a:pt x="1111407" y="404300"/>
                  <a:pt x="1009633" y="336248"/>
                  <a:pt x="900647" y="281508"/>
                </a:cubicBezTo>
                <a:cubicBezTo>
                  <a:pt x="869295" y="265726"/>
                  <a:pt x="856672" y="227516"/>
                  <a:pt x="872454" y="196164"/>
                </a:cubicBezTo>
                <a:cubicBezTo>
                  <a:pt x="884290" y="172650"/>
                  <a:pt x="908742" y="159670"/>
                  <a:pt x="933455" y="161309"/>
                </a:cubicBezTo>
                <a:close/>
                <a:moveTo>
                  <a:pt x="256260" y="29"/>
                </a:moveTo>
                <a:cubicBezTo>
                  <a:pt x="322331" y="427"/>
                  <a:pt x="388378" y="4909"/>
                  <a:pt x="454020" y="13474"/>
                </a:cubicBezTo>
                <a:cubicBezTo>
                  <a:pt x="488793" y="17752"/>
                  <a:pt x="513514" y="49409"/>
                  <a:pt x="509236" y="84182"/>
                </a:cubicBezTo>
                <a:cubicBezTo>
                  <a:pt x="505303" y="116151"/>
                  <a:pt x="478038" y="140098"/>
                  <a:pt x="445829" y="139871"/>
                </a:cubicBezTo>
                <a:cubicBezTo>
                  <a:pt x="443027" y="139899"/>
                  <a:pt x="440227" y="139740"/>
                  <a:pt x="437447" y="139395"/>
                </a:cubicBezTo>
                <a:cubicBezTo>
                  <a:pt x="316592" y="123615"/>
                  <a:pt x="194247" y="122878"/>
                  <a:pt x="73211" y="137204"/>
                </a:cubicBezTo>
                <a:cubicBezTo>
                  <a:pt x="38532" y="142545"/>
                  <a:pt x="6090" y="118762"/>
                  <a:pt x="749" y="84082"/>
                </a:cubicBezTo>
                <a:cubicBezTo>
                  <a:pt x="-4591" y="49403"/>
                  <a:pt x="19192" y="16961"/>
                  <a:pt x="53871" y="11621"/>
                </a:cubicBezTo>
                <a:cubicBezTo>
                  <a:pt x="55358" y="11392"/>
                  <a:pt x="56852" y="11216"/>
                  <a:pt x="58352" y="11093"/>
                </a:cubicBezTo>
                <a:cubicBezTo>
                  <a:pt x="124093" y="3319"/>
                  <a:pt x="190189" y="-369"/>
                  <a:pt x="256260" y="29"/>
                </a:cubicBezTo>
                <a:close/>
              </a:path>
            </a:pathLst>
          </a:custGeom>
          <a:solidFill>
            <a:schemeClr val="accent4"/>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0" name="Freeform: Shape 49">
            <a:extLst>
              <a:ext uri="{FF2B5EF4-FFF2-40B4-BE49-F238E27FC236}">
                <a16:creationId xmlns:a16="http://schemas.microsoft.com/office/drawing/2014/main" id="{6691AC69-A76E-4DAB-B565-468B6B87ACF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132972" y="6258755"/>
            <a:ext cx="1565940" cy="599245"/>
          </a:xfrm>
          <a:custGeom>
            <a:avLst/>
            <a:gdLst>
              <a:gd name="connsiteX0" fmla="*/ 782970 w 1565940"/>
              <a:gd name="connsiteY0" fmla="*/ 0 h 599245"/>
              <a:gd name="connsiteX1" fmla="*/ 1528042 w 1565940"/>
              <a:gd name="connsiteY1" fmla="*/ 480469 h 599245"/>
              <a:gd name="connsiteX2" fmla="*/ 1565940 w 1565940"/>
              <a:gd name="connsiteY2" fmla="*/ 599245 h 599245"/>
              <a:gd name="connsiteX3" fmla="*/ 0 w 1565940"/>
              <a:gd name="connsiteY3" fmla="*/ 599245 h 599245"/>
              <a:gd name="connsiteX4" fmla="*/ 37898 w 1565940"/>
              <a:gd name="connsiteY4" fmla="*/ 480469 h 599245"/>
              <a:gd name="connsiteX5" fmla="*/ 782970 w 1565940"/>
              <a:gd name="connsiteY5" fmla="*/ 0 h 5992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65940" h="599245">
                <a:moveTo>
                  <a:pt x="782970" y="0"/>
                </a:moveTo>
                <a:cubicBezTo>
                  <a:pt x="1117910" y="0"/>
                  <a:pt x="1405287" y="198118"/>
                  <a:pt x="1528042" y="480469"/>
                </a:cubicBezTo>
                <a:lnTo>
                  <a:pt x="1565940" y="599245"/>
                </a:lnTo>
                <a:lnTo>
                  <a:pt x="0" y="599245"/>
                </a:lnTo>
                <a:lnTo>
                  <a:pt x="37898" y="480469"/>
                </a:lnTo>
                <a:cubicBezTo>
                  <a:pt x="160653" y="198118"/>
                  <a:pt x="448030" y="0"/>
                  <a:pt x="782970"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93000546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D1B3476-B933-A0C9-9394-F85FFBB52966}"/>
            </a:ext>
          </a:extLst>
        </p:cNvPr>
        <p:cNvGrpSpPr/>
        <p:nvPr/>
      </p:nvGrpSpPr>
      <p:grpSpPr>
        <a:xfrm>
          <a:off x="0" y="0"/>
          <a:ext cx="0" cy="0"/>
          <a:chOff x="0" y="0"/>
          <a:chExt cx="0" cy="0"/>
        </a:xfrm>
      </p:grpSpPr>
      <p:sp useBgFill="1">
        <p:nvSpPr>
          <p:cNvPr id="36" name="Rectangle 35">
            <a:extLst>
              <a:ext uri="{FF2B5EF4-FFF2-40B4-BE49-F238E27FC236}">
                <a16:creationId xmlns:a16="http://schemas.microsoft.com/office/drawing/2014/main" id="{F4A9A3CD-741A-934A-D9B2-6BE3A2A859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8" name="Rectangle: Rounded Corners 37">
            <a:extLst>
              <a:ext uri="{FF2B5EF4-FFF2-40B4-BE49-F238E27FC236}">
                <a16:creationId xmlns:a16="http://schemas.microsoft.com/office/drawing/2014/main" id="{14CD4FE5-CF34-E005-A9B4-536BA5E3F21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40546" y="1011045"/>
            <a:ext cx="4369859" cy="4369859"/>
          </a:xfrm>
          <a:prstGeom prst="roundRect">
            <a:avLst>
              <a:gd name="adj" fmla="val 2757"/>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15CAAB02-6A20-C01A-114B-FC2424ED7BFB}"/>
              </a:ext>
            </a:extLst>
          </p:cNvPr>
          <p:cNvSpPr>
            <a:spLocks noGrp="1"/>
          </p:cNvSpPr>
          <p:nvPr>
            <p:ph type="title"/>
          </p:nvPr>
        </p:nvSpPr>
        <p:spPr>
          <a:xfrm>
            <a:off x="956826" y="1112969"/>
            <a:ext cx="3937298" cy="4166010"/>
          </a:xfrm>
        </p:spPr>
        <p:txBody>
          <a:bodyPr>
            <a:normAutofit/>
          </a:bodyPr>
          <a:lstStyle/>
          <a:p>
            <a:r>
              <a:rPr lang="en-US">
                <a:solidFill>
                  <a:srgbClr val="FFFFFF"/>
                </a:solidFill>
              </a:rPr>
              <a:t>Pesach</a:t>
            </a:r>
            <a:endParaRPr lang="en-GB">
              <a:solidFill>
                <a:srgbClr val="FFFFFF"/>
              </a:solidFill>
            </a:endParaRPr>
          </a:p>
        </p:txBody>
      </p:sp>
      <p:sp>
        <p:nvSpPr>
          <p:cNvPr id="40" name="Freeform: Shape 39">
            <a:extLst>
              <a:ext uri="{FF2B5EF4-FFF2-40B4-BE49-F238E27FC236}">
                <a16:creationId xmlns:a16="http://schemas.microsoft.com/office/drawing/2014/main" id="{D8715FDB-6E5F-9BDD-C75D-861217EF10B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530529" y="0"/>
            <a:ext cx="1155142" cy="591009"/>
          </a:xfrm>
          <a:custGeom>
            <a:avLst/>
            <a:gdLst>
              <a:gd name="connsiteX0" fmla="*/ 1355 w 1155142"/>
              <a:gd name="connsiteY0" fmla="*/ 0 h 591009"/>
              <a:gd name="connsiteX1" fmla="*/ 1153787 w 1155142"/>
              <a:gd name="connsiteY1" fmla="*/ 0 h 591009"/>
              <a:gd name="connsiteX2" fmla="*/ 1155142 w 1155142"/>
              <a:gd name="connsiteY2" fmla="*/ 13438 h 591009"/>
              <a:gd name="connsiteX3" fmla="*/ 577571 w 1155142"/>
              <a:gd name="connsiteY3" fmla="*/ 591009 h 591009"/>
              <a:gd name="connsiteX4" fmla="*/ 0 w 1155142"/>
              <a:gd name="connsiteY4" fmla="*/ 13438 h 5910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5142" h="591009">
                <a:moveTo>
                  <a:pt x="1355" y="0"/>
                </a:moveTo>
                <a:lnTo>
                  <a:pt x="1153787" y="0"/>
                </a:lnTo>
                <a:lnTo>
                  <a:pt x="1155142" y="13438"/>
                </a:lnTo>
                <a:cubicBezTo>
                  <a:pt x="1155142" y="332422"/>
                  <a:pt x="896555" y="591009"/>
                  <a:pt x="577571" y="591009"/>
                </a:cubicBezTo>
                <a:cubicBezTo>
                  <a:pt x="258587" y="591009"/>
                  <a:pt x="0" y="332422"/>
                  <a:pt x="0" y="13438"/>
                </a:cubicBez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2" name="Freeform: Shape 41">
            <a:extLst>
              <a:ext uri="{FF2B5EF4-FFF2-40B4-BE49-F238E27FC236}">
                <a16:creationId xmlns:a16="http://schemas.microsoft.com/office/drawing/2014/main" id="{233911F4-E30D-404C-7878-3441B2C294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961511" y="-1"/>
            <a:ext cx="1737401" cy="959536"/>
          </a:xfrm>
          <a:custGeom>
            <a:avLst/>
            <a:gdLst>
              <a:gd name="connsiteX0" fmla="*/ 0 w 1737401"/>
              <a:gd name="connsiteY0" fmla="*/ 0 h 959536"/>
              <a:gd name="connsiteX1" fmla="*/ 123825 w 1737401"/>
              <a:gd name="connsiteY1" fmla="*/ 0 h 959536"/>
              <a:gd name="connsiteX2" fmla="*/ 123825 w 1737401"/>
              <a:gd name="connsiteY2" fmla="*/ 790277 h 959536"/>
              <a:gd name="connsiteX3" fmla="*/ 1490095 w 1737401"/>
              <a:gd name="connsiteY3" fmla="*/ 0 h 959536"/>
              <a:gd name="connsiteX4" fmla="*/ 1737401 w 1737401"/>
              <a:gd name="connsiteY4" fmla="*/ 0 h 959536"/>
              <a:gd name="connsiteX5" fmla="*/ 92869 w 1737401"/>
              <a:gd name="connsiteY5" fmla="*/ 951249 h 959536"/>
              <a:gd name="connsiteX6" fmla="*/ 61913 w 1737401"/>
              <a:gd name="connsiteY6" fmla="*/ 959536 h 959536"/>
              <a:gd name="connsiteX7" fmla="*/ 0 w 1737401"/>
              <a:gd name="connsiteY7" fmla="*/ 897624 h 959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37401" h="959536">
                <a:moveTo>
                  <a:pt x="0" y="0"/>
                </a:moveTo>
                <a:lnTo>
                  <a:pt x="123825" y="0"/>
                </a:lnTo>
                <a:lnTo>
                  <a:pt x="123825" y="790277"/>
                </a:lnTo>
                <a:lnTo>
                  <a:pt x="1490095" y="0"/>
                </a:lnTo>
                <a:lnTo>
                  <a:pt x="1737401" y="0"/>
                </a:lnTo>
                <a:lnTo>
                  <a:pt x="92869" y="951249"/>
                </a:lnTo>
                <a:cubicBezTo>
                  <a:pt x="83458" y="956688"/>
                  <a:pt x="72780" y="959546"/>
                  <a:pt x="61913" y="959536"/>
                </a:cubicBezTo>
                <a:cubicBezTo>
                  <a:pt x="27719" y="959536"/>
                  <a:pt x="0" y="931818"/>
                  <a:pt x="0" y="897624"/>
                </a:cubicBezTo>
                <a:close/>
              </a:path>
            </a:pathLst>
          </a:custGeom>
          <a:solidFill>
            <a:schemeClr val="accent6"/>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4" name="Freeform: Shape 43">
            <a:extLst>
              <a:ext uri="{FF2B5EF4-FFF2-40B4-BE49-F238E27FC236}">
                <a16:creationId xmlns:a16="http://schemas.microsoft.com/office/drawing/2014/main" id="{2CE0884D-4082-DD87-155D-FD29B0E9965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2936831"/>
            <a:ext cx="159741" cy="552996"/>
          </a:xfrm>
          <a:custGeom>
            <a:avLst/>
            <a:gdLst>
              <a:gd name="connsiteX0" fmla="*/ 159741 w 159741"/>
              <a:gd name="connsiteY0" fmla="*/ 0 h 552996"/>
              <a:gd name="connsiteX1" fmla="*/ 159741 w 159741"/>
              <a:gd name="connsiteY1" fmla="*/ 552996 h 552996"/>
              <a:gd name="connsiteX2" fmla="*/ 141849 w 159741"/>
              <a:gd name="connsiteY2" fmla="*/ 543285 h 552996"/>
              <a:gd name="connsiteX3" fmla="*/ 0 w 159741"/>
              <a:gd name="connsiteY3" fmla="*/ 276498 h 552996"/>
              <a:gd name="connsiteX4" fmla="*/ 141849 w 159741"/>
              <a:gd name="connsiteY4" fmla="*/ 9711 h 5529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9741" h="552996">
                <a:moveTo>
                  <a:pt x="159741" y="0"/>
                </a:moveTo>
                <a:lnTo>
                  <a:pt x="159741" y="552996"/>
                </a:lnTo>
                <a:lnTo>
                  <a:pt x="141849" y="543285"/>
                </a:lnTo>
                <a:cubicBezTo>
                  <a:pt x="56268" y="485467"/>
                  <a:pt x="0" y="387554"/>
                  <a:pt x="0" y="276498"/>
                </a:cubicBezTo>
                <a:cubicBezTo>
                  <a:pt x="0" y="165443"/>
                  <a:pt x="56268" y="67529"/>
                  <a:pt x="141849" y="9711"/>
                </a:cubicBezTo>
                <a:close/>
              </a:path>
            </a:pathLst>
          </a:custGeom>
          <a:solidFill>
            <a:schemeClr val="accent4"/>
          </a:solidFill>
          <a:ln w="12700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Content Placeholder 2">
            <a:extLst>
              <a:ext uri="{FF2B5EF4-FFF2-40B4-BE49-F238E27FC236}">
                <a16:creationId xmlns:a16="http://schemas.microsoft.com/office/drawing/2014/main" id="{0993115D-074F-51B5-A5E2-3FD644FBBB1D}"/>
              </a:ext>
            </a:extLst>
          </p:cNvPr>
          <p:cNvSpPr>
            <a:spLocks noGrp="1"/>
          </p:cNvSpPr>
          <p:nvPr>
            <p:ph idx="1"/>
          </p:nvPr>
        </p:nvSpPr>
        <p:spPr>
          <a:xfrm>
            <a:off x="6096000" y="2212848"/>
            <a:ext cx="5257799" cy="3497381"/>
          </a:xfrm>
        </p:spPr>
        <p:txBody>
          <a:bodyPr anchor="t">
            <a:normAutofit/>
          </a:bodyPr>
          <a:lstStyle/>
          <a:p>
            <a:r>
              <a:rPr lang="en-GB"/>
              <a:t>What is Pesach?</a:t>
            </a:r>
          </a:p>
          <a:p>
            <a:r>
              <a:rPr lang="en-GB"/>
              <a:t>What are some of the most significant elements of the Pesach celebration?</a:t>
            </a:r>
          </a:p>
          <a:p>
            <a:endParaRPr lang="en-GB"/>
          </a:p>
        </p:txBody>
      </p:sp>
      <p:sp>
        <p:nvSpPr>
          <p:cNvPr id="46" name="Freeform: Shape 45">
            <a:extLst>
              <a:ext uri="{FF2B5EF4-FFF2-40B4-BE49-F238E27FC236}">
                <a16:creationId xmlns:a16="http://schemas.microsoft.com/office/drawing/2014/main" id="{75E24553-8425-3FF3-3BFF-E05796DDCAA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5835649"/>
            <a:ext cx="1548180" cy="1022351"/>
          </a:xfrm>
          <a:custGeom>
            <a:avLst/>
            <a:gdLst>
              <a:gd name="connsiteX0" fmla="*/ 61913 w 1548180"/>
              <a:gd name="connsiteY0" fmla="*/ 0 h 1022351"/>
              <a:gd name="connsiteX1" fmla="*/ 1548180 w 1548180"/>
              <a:gd name="connsiteY1" fmla="*/ 0 h 1022351"/>
              <a:gd name="connsiteX2" fmla="*/ 1548180 w 1548180"/>
              <a:gd name="connsiteY2" fmla="*/ 123825 h 1022351"/>
              <a:gd name="connsiteX3" fmla="*/ 123825 w 1548180"/>
              <a:gd name="connsiteY3" fmla="*/ 123825 h 1022351"/>
              <a:gd name="connsiteX4" fmla="*/ 123825 w 1548180"/>
              <a:gd name="connsiteY4" fmla="*/ 1022351 h 1022351"/>
              <a:gd name="connsiteX5" fmla="*/ 0 w 1548180"/>
              <a:gd name="connsiteY5" fmla="*/ 1022351 h 1022351"/>
              <a:gd name="connsiteX6" fmla="*/ 0 w 1548180"/>
              <a:gd name="connsiteY6" fmla="*/ 61913 h 1022351"/>
              <a:gd name="connsiteX7" fmla="*/ 61913 w 1548180"/>
              <a:gd name="connsiteY7" fmla="*/ 0 h 10223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548180" h="1022351">
                <a:moveTo>
                  <a:pt x="61913" y="0"/>
                </a:moveTo>
                <a:lnTo>
                  <a:pt x="1548180" y="0"/>
                </a:lnTo>
                <a:lnTo>
                  <a:pt x="1548180" y="123825"/>
                </a:lnTo>
                <a:lnTo>
                  <a:pt x="123825" y="123825"/>
                </a:lnTo>
                <a:lnTo>
                  <a:pt x="123825" y="1022351"/>
                </a:lnTo>
                <a:lnTo>
                  <a:pt x="0" y="1022351"/>
                </a:lnTo>
                <a:lnTo>
                  <a:pt x="0" y="61913"/>
                </a:lnTo>
                <a:cubicBezTo>
                  <a:pt x="0" y="27719"/>
                  <a:pt x="27719" y="0"/>
                  <a:pt x="61913" y="0"/>
                </a:cubicBezTo>
                <a:close/>
              </a:path>
            </a:pathLst>
          </a:custGeom>
          <a:solidFill>
            <a:schemeClr val="accent6"/>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8" name="Freeform: Shape 47">
            <a:extLst>
              <a:ext uri="{FF2B5EF4-FFF2-40B4-BE49-F238E27FC236}">
                <a16:creationId xmlns:a16="http://schemas.microsoft.com/office/drawing/2014/main" id="{27563A37-126B-033F-D99C-3107EECF44F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418308" y="5717905"/>
            <a:ext cx="1771609" cy="1140095"/>
          </a:xfrm>
          <a:custGeom>
            <a:avLst/>
            <a:gdLst>
              <a:gd name="connsiteX0" fmla="*/ 1561721 w 1771609"/>
              <a:gd name="connsiteY0" fmla="*/ 763041 h 1140095"/>
              <a:gd name="connsiteX1" fmla="*/ 1623024 w 1771609"/>
              <a:gd name="connsiteY1" fmla="*/ 792810 h 1140095"/>
              <a:gd name="connsiteX2" fmla="*/ 1711735 w 1771609"/>
              <a:gd name="connsiteY2" fmla="*/ 970132 h 1140095"/>
              <a:gd name="connsiteX3" fmla="*/ 1771609 w 1771609"/>
              <a:gd name="connsiteY3" fmla="*/ 1140095 h 1140095"/>
              <a:gd name="connsiteX4" fmla="*/ 1637225 w 1771609"/>
              <a:gd name="connsiteY4" fmla="*/ 1140095 h 1140095"/>
              <a:gd name="connsiteX5" fmla="*/ 1594820 w 1771609"/>
              <a:gd name="connsiteY5" fmla="*/ 1019711 h 1140095"/>
              <a:gd name="connsiteX6" fmla="*/ 1513200 w 1771609"/>
              <a:gd name="connsiteY6" fmla="*/ 856627 h 1140095"/>
              <a:gd name="connsiteX7" fmla="*/ 1538499 w 1771609"/>
              <a:gd name="connsiteY7" fmla="*/ 770415 h 1140095"/>
              <a:gd name="connsiteX8" fmla="*/ 1561721 w 1771609"/>
              <a:gd name="connsiteY8" fmla="*/ 763041 h 1140095"/>
              <a:gd name="connsiteX9" fmla="*/ 933455 w 1771609"/>
              <a:gd name="connsiteY9" fmla="*/ 161309 h 1140095"/>
              <a:gd name="connsiteX10" fmla="*/ 957797 w 1771609"/>
              <a:gd name="connsiteY10" fmla="*/ 167970 h 1140095"/>
              <a:gd name="connsiteX11" fmla="*/ 1286982 w 1771609"/>
              <a:gd name="connsiteY11" fmla="*/ 387616 h 1140095"/>
              <a:gd name="connsiteX12" fmla="*/ 1293725 w 1771609"/>
              <a:gd name="connsiteY12" fmla="*/ 477075 h 1140095"/>
              <a:gd name="connsiteX13" fmla="*/ 1245453 w 1771609"/>
              <a:gd name="connsiteY13" fmla="*/ 499154 h 1140095"/>
              <a:gd name="connsiteX14" fmla="*/ 1245167 w 1771609"/>
              <a:gd name="connsiteY14" fmla="*/ 499154 h 1140095"/>
              <a:gd name="connsiteX15" fmla="*/ 1203638 w 1771609"/>
              <a:gd name="connsiteY15" fmla="*/ 484104 h 1140095"/>
              <a:gd name="connsiteX16" fmla="*/ 900647 w 1771609"/>
              <a:gd name="connsiteY16" fmla="*/ 281508 h 1140095"/>
              <a:gd name="connsiteX17" fmla="*/ 872454 w 1771609"/>
              <a:gd name="connsiteY17" fmla="*/ 196164 h 1140095"/>
              <a:gd name="connsiteX18" fmla="*/ 933455 w 1771609"/>
              <a:gd name="connsiteY18" fmla="*/ 161309 h 1140095"/>
              <a:gd name="connsiteX19" fmla="*/ 256260 w 1771609"/>
              <a:gd name="connsiteY19" fmla="*/ 29 h 1140095"/>
              <a:gd name="connsiteX20" fmla="*/ 454020 w 1771609"/>
              <a:gd name="connsiteY20" fmla="*/ 13474 h 1140095"/>
              <a:gd name="connsiteX21" fmla="*/ 509236 w 1771609"/>
              <a:gd name="connsiteY21" fmla="*/ 84182 h 1140095"/>
              <a:gd name="connsiteX22" fmla="*/ 445829 w 1771609"/>
              <a:gd name="connsiteY22" fmla="*/ 139871 h 1140095"/>
              <a:gd name="connsiteX23" fmla="*/ 437447 w 1771609"/>
              <a:gd name="connsiteY23" fmla="*/ 139395 h 1140095"/>
              <a:gd name="connsiteX24" fmla="*/ 73211 w 1771609"/>
              <a:gd name="connsiteY24" fmla="*/ 137204 h 1140095"/>
              <a:gd name="connsiteX25" fmla="*/ 749 w 1771609"/>
              <a:gd name="connsiteY25" fmla="*/ 84082 h 1140095"/>
              <a:gd name="connsiteX26" fmla="*/ 53871 w 1771609"/>
              <a:gd name="connsiteY26" fmla="*/ 11621 h 1140095"/>
              <a:gd name="connsiteX27" fmla="*/ 58352 w 1771609"/>
              <a:gd name="connsiteY27" fmla="*/ 11093 h 1140095"/>
              <a:gd name="connsiteX28" fmla="*/ 256260 w 1771609"/>
              <a:gd name="connsiteY28" fmla="*/ 29 h 11400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771609" h="1140095">
                <a:moveTo>
                  <a:pt x="1561721" y="763041"/>
                </a:moveTo>
                <a:cubicBezTo>
                  <a:pt x="1585506" y="760324"/>
                  <a:pt x="1609722" y="771249"/>
                  <a:pt x="1623024" y="792810"/>
                </a:cubicBezTo>
                <a:cubicBezTo>
                  <a:pt x="1656300" y="850065"/>
                  <a:pt x="1685920" y="909291"/>
                  <a:pt x="1711735" y="970132"/>
                </a:cubicBezTo>
                <a:lnTo>
                  <a:pt x="1771609" y="1140095"/>
                </a:lnTo>
                <a:lnTo>
                  <a:pt x="1637225" y="1140095"/>
                </a:lnTo>
                <a:lnTo>
                  <a:pt x="1594820" y="1019711"/>
                </a:lnTo>
                <a:cubicBezTo>
                  <a:pt x="1571072" y="963753"/>
                  <a:pt x="1543818" y="909282"/>
                  <a:pt x="1513200" y="856627"/>
                </a:cubicBezTo>
                <a:cubicBezTo>
                  <a:pt x="1496379" y="825834"/>
                  <a:pt x="1507704" y="787236"/>
                  <a:pt x="1538499" y="770415"/>
                </a:cubicBezTo>
                <a:cubicBezTo>
                  <a:pt x="1545912" y="766367"/>
                  <a:pt x="1553792" y="763946"/>
                  <a:pt x="1561721" y="763041"/>
                </a:cubicBezTo>
                <a:close/>
                <a:moveTo>
                  <a:pt x="933455" y="161309"/>
                </a:moveTo>
                <a:cubicBezTo>
                  <a:pt x="941693" y="161855"/>
                  <a:pt x="949959" y="164025"/>
                  <a:pt x="957797" y="167970"/>
                </a:cubicBezTo>
                <a:cubicBezTo>
                  <a:pt x="1076184" y="227289"/>
                  <a:pt x="1186759" y="301068"/>
                  <a:pt x="1286982" y="387616"/>
                </a:cubicBezTo>
                <a:cubicBezTo>
                  <a:pt x="1313547" y="410457"/>
                  <a:pt x="1316566" y="450510"/>
                  <a:pt x="1293725" y="477075"/>
                </a:cubicBezTo>
                <a:cubicBezTo>
                  <a:pt x="1281638" y="491137"/>
                  <a:pt x="1263998" y="499204"/>
                  <a:pt x="1245453" y="499154"/>
                </a:cubicBezTo>
                <a:lnTo>
                  <a:pt x="1245167" y="499154"/>
                </a:lnTo>
                <a:cubicBezTo>
                  <a:pt x="1229965" y="499301"/>
                  <a:pt x="1215220" y="493956"/>
                  <a:pt x="1203638" y="484104"/>
                </a:cubicBezTo>
                <a:cubicBezTo>
                  <a:pt x="1111407" y="404300"/>
                  <a:pt x="1009633" y="336248"/>
                  <a:pt x="900647" y="281508"/>
                </a:cubicBezTo>
                <a:cubicBezTo>
                  <a:pt x="869295" y="265726"/>
                  <a:pt x="856672" y="227516"/>
                  <a:pt x="872454" y="196164"/>
                </a:cubicBezTo>
                <a:cubicBezTo>
                  <a:pt x="884290" y="172650"/>
                  <a:pt x="908742" y="159670"/>
                  <a:pt x="933455" y="161309"/>
                </a:cubicBezTo>
                <a:close/>
                <a:moveTo>
                  <a:pt x="256260" y="29"/>
                </a:moveTo>
                <a:cubicBezTo>
                  <a:pt x="322331" y="427"/>
                  <a:pt x="388378" y="4909"/>
                  <a:pt x="454020" y="13474"/>
                </a:cubicBezTo>
                <a:cubicBezTo>
                  <a:pt x="488793" y="17752"/>
                  <a:pt x="513514" y="49409"/>
                  <a:pt x="509236" y="84182"/>
                </a:cubicBezTo>
                <a:cubicBezTo>
                  <a:pt x="505303" y="116151"/>
                  <a:pt x="478038" y="140098"/>
                  <a:pt x="445829" y="139871"/>
                </a:cubicBezTo>
                <a:cubicBezTo>
                  <a:pt x="443027" y="139899"/>
                  <a:pt x="440227" y="139740"/>
                  <a:pt x="437447" y="139395"/>
                </a:cubicBezTo>
                <a:cubicBezTo>
                  <a:pt x="316592" y="123615"/>
                  <a:pt x="194247" y="122878"/>
                  <a:pt x="73211" y="137204"/>
                </a:cubicBezTo>
                <a:cubicBezTo>
                  <a:pt x="38532" y="142545"/>
                  <a:pt x="6090" y="118762"/>
                  <a:pt x="749" y="84082"/>
                </a:cubicBezTo>
                <a:cubicBezTo>
                  <a:pt x="-4591" y="49403"/>
                  <a:pt x="19192" y="16961"/>
                  <a:pt x="53871" y="11621"/>
                </a:cubicBezTo>
                <a:cubicBezTo>
                  <a:pt x="55358" y="11392"/>
                  <a:pt x="56852" y="11216"/>
                  <a:pt x="58352" y="11093"/>
                </a:cubicBezTo>
                <a:cubicBezTo>
                  <a:pt x="124093" y="3319"/>
                  <a:pt x="190189" y="-369"/>
                  <a:pt x="256260" y="29"/>
                </a:cubicBezTo>
                <a:close/>
              </a:path>
            </a:pathLst>
          </a:custGeom>
          <a:solidFill>
            <a:schemeClr val="accent4"/>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0" name="Freeform: Shape 49">
            <a:extLst>
              <a:ext uri="{FF2B5EF4-FFF2-40B4-BE49-F238E27FC236}">
                <a16:creationId xmlns:a16="http://schemas.microsoft.com/office/drawing/2014/main" id="{227755C2-61B3-31C2-5671-1C755673F36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132972" y="6258755"/>
            <a:ext cx="1565940" cy="599245"/>
          </a:xfrm>
          <a:custGeom>
            <a:avLst/>
            <a:gdLst>
              <a:gd name="connsiteX0" fmla="*/ 782970 w 1565940"/>
              <a:gd name="connsiteY0" fmla="*/ 0 h 599245"/>
              <a:gd name="connsiteX1" fmla="*/ 1528042 w 1565940"/>
              <a:gd name="connsiteY1" fmla="*/ 480469 h 599245"/>
              <a:gd name="connsiteX2" fmla="*/ 1565940 w 1565940"/>
              <a:gd name="connsiteY2" fmla="*/ 599245 h 599245"/>
              <a:gd name="connsiteX3" fmla="*/ 0 w 1565940"/>
              <a:gd name="connsiteY3" fmla="*/ 599245 h 599245"/>
              <a:gd name="connsiteX4" fmla="*/ 37898 w 1565940"/>
              <a:gd name="connsiteY4" fmla="*/ 480469 h 599245"/>
              <a:gd name="connsiteX5" fmla="*/ 782970 w 1565940"/>
              <a:gd name="connsiteY5" fmla="*/ 0 h 5992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65940" h="599245">
                <a:moveTo>
                  <a:pt x="782970" y="0"/>
                </a:moveTo>
                <a:cubicBezTo>
                  <a:pt x="1117910" y="0"/>
                  <a:pt x="1405287" y="198118"/>
                  <a:pt x="1528042" y="480469"/>
                </a:cubicBezTo>
                <a:lnTo>
                  <a:pt x="1565940" y="599245"/>
                </a:lnTo>
                <a:lnTo>
                  <a:pt x="0" y="599245"/>
                </a:lnTo>
                <a:lnTo>
                  <a:pt x="37898" y="480469"/>
                </a:lnTo>
                <a:cubicBezTo>
                  <a:pt x="160653" y="198118"/>
                  <a:pt x="448030" y="0"/>
                  <a:pt x="782970"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77176120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9" name="Rectangle 28">
            <a:extLst>
              <a:ext uri="{FF2B5EF4-FFF2-40B4-BE49-F238E27FC236}">
                <a16:creationId xmlns:a16="http://schemas.microsoft.com/office/drawing/2014/main" id="{AE5A632B-B15A-489E-8337-BC0F40DBC21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1" name="Arc 30">
            <a:extLst>
              <a:ext uri="{FF2B5EF4-FFF2-40B4-BE49-F238E27FC236}">
                <a16:creationId xmlns:a16="http://schemas.microsoft.com/office/drawing/2014/main" id="{6E895C8D-1379-40B8-8B1B-B6F5AEAF0A6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505262" y="859948"/>
            <a:ext cx="2987899" cy="2987899"/>
          </a:xfrm>
          <a:prstGeom prst="arc">
            <a:avLst>
              <a:gd name="adj1" fmla="val 14612914"/>
              <a:gd name="adj2" fmla="val 0"/>
            </a:avLst>
          </a:prstGeom>
          <a:ln w="127000" cap="rnd">
            <a:solidFill>
              <a:schemeClr val="accent2">
                <a:lumMod val="75000"/>
              </a:schemeClr>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01BEB30-579B-479B-91D2-5857B9421620}"/>
              </a:ext>
            </a:extLst>
          </p:cNvPr>
          <p:cNvSpPr>
            <a:spLocks noGrp="1"/>
          </p:cNvSpPr>
          <p:nvPr>
            <p:ph type="title"/>
          </p:nvPr>
        </p:nvSpPr>
        <p:spPr>
          <a:xfrm>
            <a:off x="838200" y="643467"/>
            <a:ext cx="2951205" cy="5571066"/>
          </a:xfrm>
        </p:spPr>
        <p:txBody>
          <a:bodyPr>
            <a:normAutofit/>
          </a:bodyPr>
          <a:lstStyle/>
          <a:p>
            <a:r>
              <a:rPr lang="en-GB">
                <a:solidFill>
                  <a:srgbClr val="FFFFFF"/>
                </a:solidFill>
              </a:rPr>
              <a:t>Christianity</a:t>
            </a:r>
          </a:p>
        </p:txBody>
      </p:sp>
      <p:sp>
        <p:nvSpPr>
          <p:cNvPr id="33" name="Rectangle: Rounded Corners 32">
            <a:extLst>
              <a:ext uri="{FF2B5EF4-FFF2-40B4-BE49-F238E27FC236}">
                <a16:creationId xmlns:a16="http://schemas.microsoft.com/office/drawing/2014/main" id="{651547D7-AD18-407B-A5F4-F8225B5DCFC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85452" y="434266"/>
            <a:ext cx="7217701" cy="5922084"/>
          </a:xfrm>
          <a:prstGeom prst="roundRect">
            <a:avLst>
              <a:gd name="adj" fmla="val 3174"/>
            </a:avLst>
          </a:prstGeom>
          <a:solidFill>
            <a:schemeClr val="bg1">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aphicFrame>
        <p:nvGraphicFramePr>
          <p:cNvPr id="5" name="Content Placeholder 2">
            <a:extLst>
              <a:ext uri="{FF2B5EF4-FFF2-40B4-BE49-F238E27FC236}">
                <a16:creationId xmlns:a16="http://schemas.microsoft.com/office/drawing/2014/main" id="{4F95DBCE-688A-4349-B38B-1BC5BC47C1E3}"/>
              </a:ext>
            </a:extLst>
          </p:cNvPr>
          <p:cNvGraphicFramePr>
            <a:graphicFrameLocks noGrp="1"/>
          </p:cNvGraphicFramePr>
          <p:nvPr>
            <p:ph idx="1"/>
            <p:extLst>
              <p:ext uri="{D42A27DB-BD31-4B8C-83A1-F6EECF244321}">
                <p14:modId xmlns:p14="http://schemas.microsoft.com/office/powerpoint/2010/main" val="3385439579"/>
              </p:ext>
            </p:extLst>
          </p:nvPr>
        </p:nvGraphicFramePr>
        <p:xfrm>
          <a:off x="4763911" y="609600"/>
          <a:ext cx="6735443" cy="556460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71455554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709F1D5-B0F1-4714-A239-E5B61C16191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 name="Rectangle: Rounded Corners 9">
            <a:extLst>
              <a:ext uri="{FF2B5EF4-FFF2-40B4-BE49-F238E27FC236}">
                <a16:creationId xmlns:a16="http://schemas.microsoft.com/office/drawing/2014/main" id="{228FB460-D3FF-4440-A020-05982A09E5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40546" y="1011045"/>
            <a:ext cx="4369859" cy="4369859"/>
          </a:xfrm>
          <a:prstGeom prst="roundRect">
            <a:avLst>
              <a:gd name="adj" fmla="val 2757"/>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92FA9CEC-F9AD-7347-E485-8CA432BE6D15}"/>
              </a:ext>
            </a:extLst>
          </p:cNvPr>
          <p:cNvSpPr>
            <a:spLocks noGrp="1"/>
          </p:cNvSpPr>
          <p:nvPr>
            <p:ph type="title"/>
          </p:nvPr>
        </p:nvSpPr>
        <p:spPr>
          <a:xfrm>
            <a:off x="956826" y="1112969"/>
            <a:ext cx="3937298" cy="4166010"/>
          </a:xfrm>
        </p:spPr>
        <p:txBody>
          <a:bodyPr>
            <a:normAutofit/>
          </a:bodyPr>
          <a:lstStyle/>
          <a:p>
            <a:r>
              <a:rPr lang="en-GB">
                <a:solidFill>
                  <a:srgbClr val="FFFFFF"/>
                </a:solidFill>
              </a:rPr>
              <a:t>The Trinity</a:t>
            </a:r>
          </a:p>
        </p:txBody>
      </p:sp>
      <p:sp>
        <p:nvSpPr>
          <p:cNvPr id="12" name="Freeform: Shape 11">
            <a:extLst>
              <a:ext uri="{FF2B5EF4-FFF2-40B4-BE49-F238E27FC236}">
                <a16:creationId xmlns:a16="http://schemas.microsoft.com/office/drawing/2014/main" id="{14847E93-7DC1-4D4B-8829-B19AA7137C5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530529" y="0"/>
            <a:ext cx="1155142" cy="591009"/>
          </a:xfrm>
          <a:custGeom>
            <a:avLst/>
            <a:gdLst>
              <a:gd name="connsiteX0" fmla="*/ 1355 w 1155142"/>
              <a:gd name="connsiteY0" fmla="*/ 0 h 591009"/>
              <a:gd name="connsiteX1" fmla="*/ 1153787 w 1155142"/>
              <a:gd name="connsiteY1" fmla="*/ 0 h 591009"/>
              <a:gd name="connsiteX2" fmla="*/ 1155142 w 1155142"/>
              <a:gd name="connsiteY2" fmla="*/ 13438 h 591009"/>
              <a:gd name="connsiteX3" fmla="*/ 577571 w 1155142"/>
              <a:gd name="connsiteY3" fmla="*/ 591009 h 591009"/>
              <a:gd name="connsiteX4" fmla="*/ 0 w 1155142"/>
              <a:gd name="connsiteY4" fmla="*/ 13438 h 5910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5142" h="591009">
                <a:moveTo>
                  <a:pt x="1355" y="0"/>
                </a:moveTo>
                <a:lnTo>
                  <a:pt x="1153787" y="0"/>
                </a:lnTo>
                <a:lnTo>
                  <a:pt x="1155142" y="13438"/>
                </a:lnTo>
                <a:cubicBezTo>
                  <a:pt x="1155142" y="332422"/>
                  <a:pt x="896555" y="591009"/>
                  <a:pt x="577571" y="591009"/>
                </a:cubicBezTo>
                <a:cubicBezTo>
                  <a:pt x="258587" y="591009"/>
                  <a:pt x="0" y="332422"/>
                  <a:pt x="0" y="13438"/>
                </a:cubicBez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 name="Freeform: Shape 13">
            <a:extLst>
              <a:ext uri="{FF2B5EF4-FFF2-40B4-BE49-F238E27FC236}">
                <a16:creationId xmlns:a16="http://schemas.microsoft.com/office/drawing/2014/main" id="{5566D6E1-03A1-4D73-A4E0-35D74D568A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961511" y="-1"/>
            <a:ext cx="1737401" cy="959536"/>
          </a:xfrm>
          <a:custGeom>
            <a:avLst/>
            <a:gdLst>
              <a:gd name="connsiteX0" fmla="*/ 0 w 1737401"/>
              <a:gd name="connsiteY0" fmla="*/ 0 h 959536"/>
              <a:gd name="connsiteX1" fmla="*/ 123825 w 1737401"/>
              <a:gd name="connsiteY1" fmla="*/ 0 h 959536"/>
              <a:gd name="connsiteX2" fmla="*/ 123825 w 1737401"/>
              <a:gd name="connsiteY2" fmla="*/ 790277 h 959536"/>
              <a:gd name="connsiteX3" fmla="*/ 1490095 w 1737401"/>
              <a:gd name="connsiteY3" fmla="*/ 0 h 959536"/>
              <a:gd name="connsiteX4" fmla="*/ 1737401 w 1737401"/>
              <a:gd name="connsiteY4" fmla="*/ 0 h 959536"/>
              <a:gd name="connsiteX5" fmla="*/ 92869 w 1737401"/>
              <a:gd name="connsiteY5" fmla="*/ 951249 h 959536"/>
              <a:gd name="connsiteX6" fmla="*/ 61913 w 1737401"/>
              <a:gd name="connsiteY6" fmla="*/ 959536 h 959536"/>
              <a:gd name="connsiteX7" fmla="*/ 0 w 1737401"/>
              <a:gd name="connsiteY7" fmla="*/ 897624 h 959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37401" h="959536">
                <a:moveTo>
                  <a:pt x="0" y="0"/>
                </a:moveTo>
                <a:lnTo>
                  <a:pt x="123825" y="0"/>
                </a:lnTo>
                <a:lnTo>
                  <a:pt x="123825" y="790277"/>
                </a:lnTo>
                <a:lnTo>
                  <a:pt x="1490095" y="0"/>
                </a:lnTo>
                <a:lnTo>
                  <a:pt x="1737401" y="0"/>
                </a:lnTo>
                <a:lnTo>
                  <a:pt x="92869" y="951249"/>
                </a:lnTo>
                <a:cubicBezTo>
                  <a:pt x="83458" y="956688"/>
                  <a:pt x="72780" y="959546"/>
                  <a:pt x="61913" y="959536"/>
                </a:cubicBezTo>
                <a:cubicBezTo>
                  <a:pt x="27719" y="959536"/>
                  <a:pt x="0" y="931818"/>
                  <a:pt x="0" y="897624"/>
                </a:cubicBezTo>
                <a:close/>
              </a:path>
            </a:pathLst>
          </a:custGeom>
          <a:solidFill>
            <a:schemeClr val="accent6"/>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 name="Freeform: Shape 15">
            <a:extLst>
              <a:ext uri="{FF2B5EF4-FFF2-40B4-BE49-F238E27FC236}">
                <a16:creationId xmlns:a16="http://schemas.microsoft.com/office/drawing/2014/main" id="{9F835A99-04AC-494A-A572-AFE8413CC9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2936831"/>
            <a:ext cx="159741" cy="552996"/>
          </a:xfrm>
          <a:custGeom>
            <a:avLst/>
            <a:gdLst>
              <a:gd name="connsiteX0" fmla="*/ 159741 w 159741"/>
              <a:gd name="connsiteY0" fmla="*/ 0 h 552996"/>
              <a:gd name="connsiteX1" fmla="*/ 159741 w 159741"/>
              <a:gd name="connsiteY1" fmla="*/ 552996 h 552996"/>
              <a:gd name="connsiteX2" fmla="*/ 141849 w 159741"/>
              <a:gd name="connsiteY2" fmla="*/ 543285 h 552996"/>
              <a:gd name="connsiteX3" fmla="*/ 0 w 159741"/>
              <a:gd name="connsiteY3" fmla="*/ 276498 h 552996"/>
              <a:gd name="connsiteX4" fmla="*/ 141849 w 159741"/>
              <a:gd name="connsiteY4" fmla="*/ 9711 h 5529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9741" h="552996">
                <a:moveTo>
                  <a:pt x="159741" y="0"/>
                </a:moveTo>
                <a:lnTo>
                  <a:pt x="159741" y="552996"/>
                </a:lnTo>
                <a:lnTo>
                  <a:pt x="141849" y="543285"/>
                </a:lnTo>
                <a:cubicBezTo>
                  <a:pt x="56268" y="485467"/>
                  <a:pt x="0" y="387554"/>
                  <a:pt x="0" y="276498"/>
                </a:cubicBezTo>
                <a:cubicBezTo>
                  <a:pt x="0" y="165443"/>
                  <a:pt x="56268" y="67529"/>
                  <a:pt x="141849" y="9711"/>
                </a:cubicBezTo>
                <a:close/>
              </a:path>
            </a:pathLst>
          </a:custGeom>
          <a:solidFill>
            <a:schemeClr val="accent4"/>
          </a:solidFill>
          <a:ln w="12700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Content Placeholder 2">
            <a:extLst>
              <a:ext uri="{FF2B5EF4-FFF2-40B4-BE49-F238E27FC236}">
                <a16:creationId xmlns:a16="http://schemas.microsoft.com/office/drawing/2014/main" id="{A80FB480-1C9D-6450-A940-6A259BE37013}"/>
              </a:ext>
            </a:extLst>
          </p:cNvPr>
          <p:cNvSpPr>
            <a:spLocks noGrp="1"/>
          </p:cNvSpPr>
          <p:nvPr>
            <p:ph idx="1"/>
          </p:nvPr>
        </p:nvSpPr>
        <p:spPr>
          <a:xfrm>
            <a:off x="6096000" y="2157984"/>
            <a:ext cx="5257799" cy="3552246"/>
          </a:xfrm>
        </p:spPr>
        <p:txBody>
          <a:bodyPr anchor="t">
            <a:normAutofit/>
          </a:bodyPr>
          <a:lstStyle/>
          <a:p>
            <a:r>
              <a:rPr lang="en-GB"/>
              <a:t>What is it?</a:t>
            </a:r>
          </a:p>
          <a:p>
            <a:r>
              <a:rPr lang="en-GB"/>
              <a:t>What is the significance of each person in the Trinity?</a:t>
            </a:r>
          </a:p>
          <a:p>
            <a:r>
              <a:rPr lang="en-GB"/>
              <a:t>Why is it controversial?</a:t>
            </a:r>
          </a:p>
        </p:txBody>
      </p:sp>
      <p:sp>
        <p:nvSpPr>
          <p:cNvPr id="18" name="Freeform: Shape 17">
            <a:extLst>
              <a:ext uri="{FF2B5EF4-FFF2-40B4-BE49-F238E27FC236}">
                <a16:creationId xmlns:a16="http://schemas.microsoft.com/office/drawing/2014/main" id="{7B786209-1B0B-4CA9-9BDD-F7327066A8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5835649"/>
            <a:ext cx="1548180" cy="1022351"/>
          </a:xfrm>
          <a:custGeom>
            <a:avLst/>
            <a:gdLst>
              <a:gd name="connsiteX0" fmla="*/ 61913 w 1548180"/>
              <a:gd name="connsiteY0" fmla="*/ 0 h 1022351"/>
              <a:gd name="connsiteX1" fmla="*/ 1548180 w 1548180"/>
              <a:gd name="connsiteY1" fmla="*/ 0 h 1022351"/>
              <a:gd name="connsiteX2" fmla="*/ 1548180 w 1548180"/>
              <a:gd name="connsiteY2" fmla="*/ 123825 h 1022351"/>
              <a:gd name="connsiteX3" fmla="*/ 123825 w 1548180"/>
              <a:gd name="connsiteY3" fmla="*/ 123825 h 1022351"/>
              <a:gd name="connsiteX4" fmla="*/ 123825 w 1548180"/>
              <a:gd name="connsiteY4" fmla="*/ 1022351 h 1022351"/>
              <a:gd name="connsiteX5" fmla="*/ 0 w 1548180"/>
              <a:gd name="connsiteY5" fmla="*/ 1022351 h 1022351"/>
              <a:gd name="connsiteX6" fmla="*/ 0 w 1548180"/>
              <a:gd name="connsiteY6" fmla="*/ 61913 h 1022351"/>
              <a:gd name="connsiteX7" fmla="*/ 61913 w 1548180"/>
              <a:gd name="connsiteY7" fmla="*/ 0 h 10223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548180" h="1022351">
                <a:moveTo>
                  <a:pt x="61913" y="0"/>
                </a:moveTo>
                <a:lnTo>
                  <a:pt x="1548180" y="0"/>
                </a:lnTo>
                <a:lnTo>
                  <a:pt x="1548180" y="123825"/>
                </a:lnTo>
                <a:lnTo>
                  <a:pt x="123825" y="123825"/>
                </a:lnTo>
                <a:lnTo>
                  <a:pt x="123825" y="1022351"/>
                </a:lnTo>
                <a:lnTo>
                  <a:pt x="0" y="1022351"/>
                </a:lnTo>
                <a:lnTo>
                  <a:pt x="0" y="61913"/>
                </a:lnTo>
                <a:cubicBezTo>
                  <a:pt x="0" y="27719"/>
                  <a:pt x="27719" y="0"/>
                  <a:pt x="61913" y="0"/>
                </a:cubicBezTo>
                <a:close/>
              </a:path>
            </a:pathLst>
          </a:custGeom>
          <a:solidFill>
            <a:schemeClr val="accent6"/>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0" name="Freeform: Shape 19">
            <a:extLst>
              <a:ext uri="{FF2B5EF4-FFF2-40B4-BE49-F238E27FC236}">
                <a16:creationId xmlns:a16="http://schemas.microsoft.com/office/drawing/2014/main" id="{2D2964BB-484D-45AE-AD66-D407D06296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418308" y="5717905"/>
            <a:ext cx="1771609" cy="1140095"/>
          </a:xfrm>
          <a:custGeom>
            <a:avLst/>
            <a:gdLst>
              <a:gd name="connsiteX0" fmla="*/ 1561721 w 1771609"/>
              <a:gd name="connsiteY0" fmla="*/ 763041 h 1140095"/>
              <a:gd name="connsiteX1" fmla="*/ 1623024 w 1771609"/>
              <a:gd name="connsiteY1" fmla="*/ 792810 h 1140095"/>
              <a:gd name="connsiteX2" fmla="*/ 1711735 w 1771609"/>
              <a:gd name="connsiteY2" fmla="*/ 970132 h 1140095"/>
              <a:gd name="connsiteX3" fmla="*/ 1771609 w 1771609"/>
              <a:gd name="connsiteY3" fmla="*/ 1140095 h 1140095"/>
              <a:gd name="connsiteX4" fmla="*/ 1637225 w 1771609"/>
              <a:gd name="connsiteY4" fmla="*/ 1140095 h 1140095"/>
              <a:gd name="connsiteX5" fmla="*/ 1594820 w 1771609"/>
              <a:gd name="connsiteY5" fmla="*/ 1019711 h 1140095"/>
              <a:gd name="connsiteX6" fmla="*/ 1513200 w 1771609"/>
              <a:gd name="connsiteY6" fmla="*/ 856627 h 1140095"/>
              <a:gd name="connsiteX7" fmla="*/ 1538499 w 1771609"/>
              <a:gd name="connsiteY7" fmla="*/ 770415 h 1140095"/>
              <a:gd name="connsiteX8" fmla="*/ 1561721 w 1771609"/>
              <a:gd name="connsiteY8" fmla="*/ 763041 h 1140095"/>
              <a:gd name="connsiteX9" fmla="*/ 933455 w 1771609"/>
              <a:gd name="connsiteY9" fmla="*/ 161309 h 1140095"/>
              <a:gd name="connsiteX10" fmla="*/ 957797 w 1771609"/>
              <a:gd name="connsiteY10" fmla="*/ 167970 h 1140095"/>
              <a:gd name="connsiteX11" fmla="*/ 1286982 w 1771609"/>
              <a:gd name="connsiteY11" fmla="*/ 387616 h 1140095"/>
              <a:gd name="connsiteX12" fmla="*/ 1293725 w 1771609"/>
              <a:gd name="connsiteY12" fmla="*/ 477075 h 1140095"/>
              <a:gd name="connsiteX13" fmla="*/ 1245453 w 1771609"/>
              <a:gd name="connsiteY13" fmla="*/ 499154 h 1140095"/>
              <a:gd name="connsiteX14" fmla="*/ 1245167 w 1771609"/>
              <a:gd name="connsiteY14" fmla="*/ 499154 h 1140095"/>
              <a:gd name="connsiteX15" fmla="*/ 1203638 w 1771609"/>
              <a:gd name="connsiteY15" fmla="*/ 484104 h 1140095"/>
              <a:gd name="connsiteX16" fmla="*/ 900647 w 1771609"/>
              <a:gd name="connsiteY16" fmla="*/ 281508 h 1140095"/>
              <a:gd name="connsiteX17" fmla="*/ 872454 w 1771609"/>
              <a:gd name="connsiteY17" fmla="*/ 196164 h 1140095"/>
              <a:gd name="connsiteX18" fmla="*/ 933455 w 1771609"/>
              <a:gd name="connsiteY18" fmla="*/ 161309 h 1140095"/>
              <a:gd name="connsiteX19" fmla="*/ 256260 w 1771609"/>
              <a:gd name="connsiteY19" fmla="*/ 29 h 1140095"/>
              <a:gd name="connsiteX20" fmla="*/ 454020 w 1771609"/>
              <a:gd name="connsiteY20" fmla="*/ 13474 h 1140095"/>
              <a:gd name="connsiteX21" fmla="*/ 509236 w 1771609"/>
              <a:gd name="connsiteY21" fmla="*/ 84182 h 1140095"/>
              <a:gd name="connsiteX22" fmla="*/ 445829 w 1771609"/>
              <a:gd name="connsiteY22" fmla="*/ 139871 h 1140095"/>
              <a:gd name="connsiteX23" fmla="*/ 437447 w 1771609"/>
              <a:gd name="connsiteY23" fmla="*/ 139395 h 1140095"/>
              <a:gd name="connsiteX24" fmla="*/ 73211 w 1771609"/>
              <a:gd name="connsiteY24" fmla="*/ 137204 h 1140095"/>
              <a:gd name="connsiteX25" fmla="*/ 749 w 1771609"/>
              <a:gd name="connsiteY25" fmla="*/ 84082 h 1140095"/>
              <a:gd name="connsiteX26" fmla="*/ 53871 w 1771609"/>
              <a:gd name="connsiteY26" fmla="*/ 11621 h 1140095"/>
              <a:gd name="connsiteX27" fmla="*/ 58352 w 1771609"/>
              <a:gd name="connsiteY27" fmla="*/ 11093 h 1140095"/>
              <a:gd name="connsiteX28" fmla="*/ 256260 w 1771609"/>
              <a:gd name="connsiteY28" fmla="*/ 29 h 11400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771609" h="1140095">
                <a:moveTo>
                  <a:pt x="1561721" y="763041"/>
                </a:moveTo>
                <a:cubicBezTo>
                  <a:pt x="1585506" y="760324"/>
                  <a:pt x="1609722" y="771249"/>
                  <a:pt x="1623024" y="792810"/>
                </a:cubicBezTo>
                <a:cubicBezTo>
                  <a:pt x="1656300" y="850065"/>
                  <a:pt x="1685920" y="909291"/>
                  <a:pt x="1711735" y="970132"/>
                </a:cubicBezTo>
                <a:lnTo>
                  <a:pt x="1771609" y="1140095"/>
                </a:lnTo>
                <a:lnTo>
                  <a:pt x="1637225" y="1140095"/>
                </a:lnTo>
                <a:lnTo>
                  <a:pt x="1594820" y="1019711"/>
                </a:lnTo>
                <a:cubicBezTo>
                  <a:pt x="1571072" y="963753"/>
                  <a:pt x="1543818" y="909282"/>
                  <a:pt x="1513200" y="856627"/>
                </a:cubicBezTo>
                <a:cubicBezTo>
                  <a:pt x="1496379" y="825834"/>
                  <a:pt x="1507704" y="787236"/>
                  <a:pt x="1538499" y="770415"/>
                </a:cubicBezTo>
                <a:cubicBezTo>
                  <a:pt x="1545912" y="766367"/>
                  <a:pt x="1553792" y="763946"/>
                  <a:pt x="1561721" y="763041"/>
                </a:cubicBezTo>
                <a:close/>
                <a:moveTo>
                  <a:pt x="933455" y="161309"/>
                </a:moveTo>
                <a:cubicBezTo>
                  <a:pt x="941693" y="161855"/>
                  <a:pt x="949959" y="164025"/>
                  <a:pt x="957797" y="167970"/>
                </a:cubicBezTo>
                <a:cubicBezTo>
                  <a:pt x="1076184" y="227289"/>
                  <a:pt x="1186759" y="301068"/>
                  <a:pt x="1286982" y="387616"/>
                </a:cubicBezTo>
                <a:cubicBezTo>
                  <a:pt x="1313547" y="410457"/>
                  <a:pt x="1316566" y="450510"/>
                  <a:pt x="1293725" y="477075"/>
                </a:cubicBezTo>
                <a:cubicBezTo>
                  <a:pt x="1281638" y="491137"/>
                  <a:pt x="1263998" y="499204"/>
                  <a:pt x="1245453" y="499154"/>
                </a:cubicBezTo>
                <a:lnTo>
                  <a:pt x="1245167" y="499154"/>
                </a:lnTo>
                <a:cubicBezTo>
                  <a:pt x="1229965" y="499301"/>
                  <a:pt x="1215220" y="493956"/>
                  <a:pt x="1203638" y="484104"/>
                </a:cubicBezTo>
                <a:cubicBezTo>
                  <a:pt x="1111407" y="404300"/>
                  <a:pt x="1009633" y="336248"/>
                  <a:pt x="900647" y="281508"/>
                </a:cubicBezTo>
                <a:cubicBezTo>
                  <a:pt x="869295" y="265726"/>
                  <a:pt x="856672" y="227516"/>
                  <a:pt x="872454" y="196164"/>
                </a:cubicBezTo>
                <a:cubicBezTo>
                  <a:pt x="884290" y="172650"/>
                  <a:pt x="908742" y="159670"/>
                  <a:pt x="933455" y="161309"/>
                </a:cubicBezTo>
                <a:close/>
                <a:moveTo>
                  <a:pt x="256260" y="29"/>
                </a:moveTo>
                <a:cubicBezTo>
                  <a:pt x="322331" y="427"/>
                  <a:pt x="388378" y="4909"/>
                  <a:pt x="454020" y="13474"/>
                </a:cubicBezTo>
                <a:cubicBezTo>
                  <a:pt x="488793" y="17752"/>
                  <a:pt x="513514" y="49409"/>
                  <a:pt x="509236" y="84182"/>
                </a:cubicBezTo>
                <a:cubicBezTo>
                  <a:pt x="505303" y="116151"/>
                  <a:pt x="478038" y="140098"/>
                  <a:pt x="445829" y="139871"/>
                </a:cubicBezTo>
                <a:cubicBezTo>
                  <a:pt x="443027" y="139899"/>
                  <a:pt x="440227" y="139740"/>
                  <a:pt x="437447" y="139395"/>
                </a:cubicBezTo>
                <a:cubicBezTo>
                  <a:pt x="316592" y="123615"/>
                  <a:pt x="194247" y="122878"/>
                  <a:pt x="73211" y="137204"/>
                </a:cubicBezTo>
                <a:cubicBezTo>
                  <a:pt x="38532" y="142545"/>
                  <a:pt x="6090" y="118762"/>
                  <a:pt x="749" y="84082"/>
                </a:cubicBezTo>
                <a:cubicBezTo>
                  <a:pt x="-4591" y="49403"/>
                  <a:pt x="19192" y="16961"/>
                  <a:pt x="53871" y="11621"/>
                </a:cubicBezTo>
                <a:cubicBezTo>
                  <a:pt x="55358" y="11392"/>
                  <a:pt x="56852" y="11216"/>
                  <a:pt x="58352" y="11093"/>
                </a:cubicBezTo>
                <a:cubicBezTo>
                  <a:pt x="124093" y="3319"/>
                  <a:pt x="190189" y="-369"/>
                  <a:pt x="256260" y="29"/>
                </a:cubicBezTo>
                <a:close/>
              </a:path>
            </a:pathLst>
          </a:custGeom>
          <a:solidFill>
            <a:schemeClr val="accent4"/>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2" name="Freeform: Shape 21">
            <a:extLst>
              <a:ext uri="{FF2B5EF4-FFF2-40B4-BE49-F238E27FC236}">
                <a16:creationId xmlns:a16="http://schemas.microsoft.com/office/drawing/2014/main" id="{6691AC69-A76E-4DAB-B565-468B6B87ACF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132972" y="6258755"/>
            <a:ext cx="1565940" cy="599245"/>
          </a:xfrm>
          <a:custGeom>
            <a:avLst/>
            <a:gdLst>
              <a:gd name="connsiteX0" fmla="*/ 782970 w 1565940"/>
              <a:gd name="connsiteY0" fmla="*/ 0 h 599245"/>
              <a:gd name="connsiteX1" fmla="*/ 1528042 w 1565940"/>
              <a:gd name="connsiteY1" fmla="*/ 480469 h 599245"/>
              <a:gd name="connsiteX2" fmla="*/ 1565940 w 1565940"/>
              <a:gd name="connsiteY2" fmla="*/ 599245 h 599245"/>
              <a:gd name="connsiteX3" fmla="*/ 0 w 1565940"/>
              <a:gd name="connsiteY3" fmla="*/ 599245 h 599245"/>
              <a:gd name="connsiteX4" fmla="*/ 37898 w 1565940"/>
              <a:gd name="connsiteY4" fmla="*/ 480469 h 599245"/>
              <a:gd name="connsiteX5" fmla="*/ 782970 w 1565940"/>
              <a:gd name="connsiteY5" fmla="*/ 0 h 5992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65940" h="599245">
                <a:moveTo>
                  <a:pt x="782970" y="0"/>
                </a:moveTo>
                <a:cubicBezTo>
                  <a:pt x="1117910" y="0"/>
                  <a:pt x="1405287" y="198118"/>
                  <a:pt x="1528042" y="480469"/>
                </a:cubicBezTo>
                <a:lnTo>
                  <a:pt x="1565940" y="599245"/>
                </a:lnTo>
                <a:lnTo>
                  <a:pt x="0" y="599245"/>
                </a:lnTo>
                <a:lnTo>
                  <a:pt x="37898" y="480469"/>
                </a:lnTo>
                <a:cubicBezTo>
                  <a:pt x="160653" y="198118"/>
                  <a:pt x="448030" y="0"/>
                  <a:pt x="782970"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1873953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709F1D5-B0F1-4714-A239-E5B61C16191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 name="Rectangle: Rounded Corners 9">
            <a:extLst>
              <a:ext uri="{FF2B5EF4-FFF2-40B4-BE49-F238E27FC236}">
                <a16:creationId xmlns:a16="http://schemas.microsoft.com/office/drawing/2014/main" id="{228FB460-D3FF-4440-A020-05982A09E5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40546" y="1011045"/>
            <a:ext cx="4369859" cy="4369859"/>
          </a:xfrm>
          <a:prstGeom prst="roundRect">
            <a:avLst>
              <a:gd name="adj" fmla="val 2757"/>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8ACEBA17-26AF-13E8-79CF-DD4A1CFE4B95}"/>
              </a:ext>
            </a:extLst>
          </p:cNvPr>
          <p:cNvSpPr>
            <a:spLocks noGrp="1"/>
          </p:cNvSpPr>
          <p:nvPr>
            <p:ph type="title"/>
          </p:nvPr>
        </p:nvSpPr>
        <p:spPr>
          <a:xfrm>
            <a:off x="956826" y="1112969"/>
            <a:ext cx="3937298" cy="4166010"/>
          </a:xfrm>
        </p:spPr>
        <p:txBody>
          <a:bodyPr>
            <a:normAutofit/>
          </a:bodyPr>
          <a:lstStyle/>
          <a:p>
            <a:r>
              <a:rPr lang="en-US">
                <a:solidFill>
                  <a:srgbClr val="FFFFFF"/>
                </a:solidFill>
              </a:rPr>
              <a:t>What was Jesus like – Jesus’ opponents</a:t>
            </a:r>
            <a:br>
              <a:rPr lang="en-US">
                <a:solidFill>
                  <a:srgbClr val="FFFFFF"/>
                </a:solidFill>
              </a:rPr>
            </a:br>
            <a:endParaRPr lang="en-GB">
              <a:solidFill>
                <a:srgbClr val="FFFFFF"/>
              </a:solidFill>
            </a:endParaRPr>
          </a:p>
        </p:txBody>
      </p:sp>
      <p:sp>
        <p:nvSpPr>
          <p:cNvPr id="12" name="Freeform: Shape 11">
            <a:extLst>
              <a:ext uri="{FF2B5EF4-FFF2-40B4-BE49-F238E27FC236}">
                <a16:creationId xmlns:a16="http://schemas.microsoft.com/office/drawing/2014/main" id="{14847E93-7DC1-4D4B-8829-B19AA7137C5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530529" y="0"/>
            <a:ext cx="1155142" cy="591009"/>
          </a:xfrm>
          <a:custGeom>
            <a:avLst/>
            <a:gdLst>
              <a:gd name="connsiteX0" fmla="*/ 1355 w 1155142"/>
              <a:gd name="connsiteY0" fmla="*/ 0 h 591009"/>
              <a:gd name="connsiteX1" fmla="*/ 1153787 w 1155142"/>
              <a:gd name="connsiteY1" fmla="*/ 0 h 591009"/>
              <a:gd name="connsiteX2" fmla="*/ 1155142 w 1155142"/>
              <a:gd name="connsiteY2" fmla="*/ 13438 h 591009"/>
              <a:gd name="connsiteX3" fmla="*/ 577571 w 1155142"/>
              <a:gd name="connsiteY3" fmla="*/ 591009 h 591009"/>
              <a:gd name="connsiteX4" fmla="*/ 0 w 1155142"/>
              <a:gd name="connsiteY4" fmla="*/ 13438 h 5910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5142" h="591009">
                <a:moveTo>
                  <a:pt x="1355" y="0"/>
                </a:moveTo>
                <a:lnTo>
                  <a:pt x="1153787" y="0"/>
                </a:lnTo>
                <a:lnTo>
                  <a:pt x="1155142" y="13438"/>
                </a:lnTo>
                <a:cubicBezTo>
                  <a:pt x="1155142" y="332422"/>
                  <a:pt x="896555" y="591009"/>
                  <a:pt x="577571" y="591009"/>
                </a:cubicBezTo>
                <a:cubicBezTo>
                  <a:pt x="258587" y="591009"/>
                  <a:pt x="0" y="332422"/>
                  <a:pt x="0" y="13438"/>
                </a:cubicBez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 name="Freeform: Shape 13">
            <a:extLst>
              <a:ext uri="{FF2B5EF4-FFF2-40B4-BE49-F238E27FC236}">
                <a16:creationId xmlns:a16="http://schemas.microsoft.com/office/drawing/2014/main" id="{5566D6E1-03A1-4D73-A4E0-35D74D568A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961511" y="-1"/>
            <a:ext cx="1737401" cy="959536"/>
          </a:xfrm>
          <a:custGeom>
            <a:avLst/>
            <a:gdLst>
              <a:gd name="connsiteX0" fmla="*/ 0 w 1737401"/>
              <a:gd name="connsiteY0" fmla="*/ 0 h 959536"/>
              <a:gd name="connsiteX1" fmla="*/ 123825 w 1737401"/>
              <a:gd name="connsiteY1" fmla="*/ 0 h 959536"/>
              <a:gd name="connsiteX2" fmla="*/ 123825 w 1737401"/>
              <a:gd name="connsiteY2" fmla="*/ 790277 h 959536"/>
              <a:gd name="connsiteX3" fmla="*/ 1490095 w 1737401"/>
              <a:gd name="connsiteY3" fmla="*/ 0 h 959536"/>
              <a:gd name="connsiteX4" fmla="*/ 1737401 w 1737401"/>
              <a:gd name="connsiteY4" fmla="*/ 0 h 959536"/>
              <a:gd name="connsiteX5" fmla="*/ 92869 w 1737401"/>
              <a:gd name="connsiteY5" fmla="*/ 951249 h 959536"/>
              <a:gd name="connsiteX6" fmla="*/ 61913 w 1737401"/>
              <a:gd name="connsiteY6" fmla="*/ 959536 h 959536"/>
              <a:gd name="connsiteX7" fmla="*/ 0 w 1737401"/>
              <a:gd name="connsiteY7" fmla="*/ 897624 h 959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37401" h="959536">
                <a:moveTo>
                  <a:pt x="0" y="0"/>
                </a:moveTo>
                <a:lnTo>
                  <a:pt x="123825" y="0"/>
                </a:lnTo>
                <a:lnTo>
                  <a:pt x="123825" y="790277"/>
                </a:lnTo>
                <a:lnTo>
                  <a:pt x="1490095" y="0"/>
                </a:lnTo>
                <a:lnTo>
                  <a:pt x="1737401" y="0"/>
                </a:lnTo>
                <a:lnTo>
                  <a:pt x="92869" y="951249"/>
                </a:lnTo>
                <a:cubicBezTo>
                  <a:pt x="83458" y="956688"/>
                  <a:pt x="72780" y="959546"/>
                  <a:pt x="61913" y="959536"/>
                </a:cubicBezTo>
                <a:cubicBezTo>
                  <a:pt x="27719" y="959536"/>
                  <a:pt x="0" y="931818"/>
                  <a:pt x="0" y="897624"/>
                </a:cubicBezTo>
                <a:close/>
              </a:path>
            </a:pathLst>
          </a:custGeom>
          <a:solidFill>
            <a:schemeClr val="accent6"/>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 name="Freeform: Shape 15">
            <a:extLst>
              <a:ext uri="{FF2B5EF4-FFF2-40B4-BE49-F238E27FC236}">
                <a16:creationId xmlns:a16="http://schemas.microsoft.com/office/drawing/2014/main" id="{9F835A99-04AC-494A-A572-AFE8413CC9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2936831"/>
            <a:ext cx="159741" cy="552996"/>
          </a:xfrm>
          <a:custGeom>
            <a:avLst/>
            <a:gdLst>
              <a:gd name="connsiteX0" fmla="*/ 159741 w 159741"/>
              <a:gd name="connsiteY0" fmla="*/ 0 h 552996"/>
              <a:gd name="connsiteX1" fmla="*/ 159741 w 159741"/>
              <a:gd name="connsiteY1" fmla="*/ 552996 h 552996"/>
              <a:gd name="connsiteX2" fmla="*/ 141849 w 159741"/>
              <a:gd name="connsiteY2" fmla="*/ 543285 h 552996"/>
              <a:gd name="connsiteX3" fmla="*/ 0 w 159741"/>
              <a:gd name="connsiteY3" fmla="*/ 276498 h 552996"/>
              <a:gd name="connsiteX4" fmla="*/ 141849 w 159741"/>
              <a:gd name="connsiteY4" fmla="*/ 9711 h 5529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9741" h="552996">
                <a:moveTo>
                  <a:pt x="159741" y="0"/>
                </a:moveTo>
                <a:lnTo>
                  <a:pt x="159741" y="552996"/>
                </a:lnTo>
                <a:lnTo>
                  <a:pt x="141849" y="543285"/>
                </a:lnTo>
                <a:cubicBezTo>
                  <a:pt x="56268" y="485467"/>
                  <a:pt x="0" y="387554"/>
                  <a:pt x="0" y="276498"/>
                </a:cubicBezTo>
                <a:cubicBezTo>
                  <a:pt x="0" y="165443"/>
                  <a:pt x="56268" y="67529"/>
                  <a:pt x="141849" y="9711"/>
                </a:cubicBezTo>
                <a:close/>
              </a:path>
            </a:pathLst>
          </a:custGeom>
          <a:solidFill>
            <a:schemeClr val="accent4"/>
          </a:solidFill>
          <a:ln w="12700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Content Placeholder 2">
            <a:extLst>
              <a:ext uri="{FF2B5EF4-FFF2-40B4-BE49-F238E27FC236}">
                <a16:creationId xmlns:a16="http://schemas.microsoft.com/office/drawing/2014/main" id="{0EE244BF-7D33-BF6F-182D-D5FCA0145422}"/>
              </a:ext>
            </a:extLst>
          </p:cNvPr>
          <p:cNvSpPr>
            <a:spLocks noGrp="1"/>
          </p:cNvSpPr>
          <p:nvPr>
            <p:ph idx="1"/>
          </p:nvPr>
        </p:nvSpPr>
        <p:spPr>
          <a:xfrm>
            <a:off x="6096000" y="820880"/>
            <a:ext cx="5257799" cy="4889350"/>
          </a:xfrm>
        </p:spPr>
        <p:txBody>
          <a:bodyPr anchor="t">
            <a:normAutofit/>
          </a:bodyPr>
          <a:lstStyle/>
          <a:p>
            <a:r>
              <a:rPr lang="en-GB"/>
              <a:t>Who are the key groups that  Jesus clashed with?</a:t>
            </a:r>
          </a:p>
          <a:p>
            <a:r>
              <a:rPr lang="en-GB"/>
              <a:t>Jesus’ timeline</a:t>
            </a:r>
          </a:p>
          <a:p>
            <a:pPr lvl="1"/>
            <a:r>
              <a:rPr lang="en-GB"/>
              <a:t>From entry into Jerusalem to Jesus’ crucifixion</a:t>
            </a:r>
          </a:p>
          <a:p>
            <a:pPr lvl="1"/>
            <a:r>
              <a:rPr lang="en-GB"/>
              <a:t>What happened?</a:t>
            </a:r>
          </a:p>
          <a:p>
            <a:pPr lvl="1"/>
            <a:r>
              <a:rPr lang="en-GB"/>
              <a:t>What was the significance of each event?</a:t>
            </a:r>
          </a:p>
        </p:txBody>
      </p:sp>
      <p:sp>
        <p:nvSpPr>
          <p:cNvPr id="18" name="Freeform: Shape 17">
            <a:extLst>
              <a:ext uri="{FF2B5EF4-FFF2-40B4-BE49-F238E27FC236}">
                <a16:creationId xmlns:a16="http://schemas.microsoft.com/office/drawing/2014/main" id="{7B786209-1B0B-4CA9-9BDD-F7327066A8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5835649"/>
            <a:ext cx="1548180" cy="1022351"/>
          </a:xfrm>
          <a:custGeom>
            <a:avLst/>
            <a:gdLst>
              <a:gd name="connsiteX0" fmla="*/ 61913 w 1548180"/>
              <a:gd name="connsiteY0" fmla="*/ 0 h 1022351"/>
              <a:gd name="connsiteX1" fmla="*/ 1548180 w 1548180"/>
              <a:gd name="connsiteY1" fmla="*/ 0 h 1022351"/>
              <a:gd name="connsiteX2" fmla="*/ 1548180 w 1548180"/>
              <a:gd name="connsiteY2" fmla="*/ 123825 h 1022351"/>
              <a:gd name="connsiteX3" fmla="*/ 123825 w 1548180"/>
              <a:gd name="connsiteY3" fmla="*/ 123825 h 1022351"/>
              <a:gd name="connsiteX4" fmla="*/ 123825 w 1548180"/>
              <a:gd name="connsiteY4" fmla="*/ 1022351 h 1022351"/>
              <a:gd name="connsiteX5" fmla="*/ 0 w 1548180"/>
              <a:gd name="connsiteY5" fmla="*/ 1022351 h 1022351"/>
              <a:gd name="connsiteX6" fmla="*/ 0 w 1548180"/>
              <a:gd name="connsiteY6" fmla="*/ 61913 h 1022351"/>
              <a:gd name="connsiteX7" fmla="*/ 61913 w 1548180"/>
              <a:gd name="connsiteY7" fmla="*/ 0 h 10223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548180" h="1022351">
                <a:moveTo>
                  <a:pt x="61913" y="0"/>
                </a:moveTo>
                <a:lnTo>
                  <a:pt x="1548180" y="0"/>
                </a:lnTo>
                <a:lnTo>
                  <a:pt x="1548180" y="123825"/>
                </a:lnTo>
                <a:lnTo>
                  <a:pt x="123825" y="123825"/>
                </a:lnTo>
                <a:lnTo>
                  <a:pt x="123825" y="1022351"/>
                </a:lnTo>
                <a:lnTo>
                  <a:pt x="0" y="1022351"/>
                </a:lnTo>
                <a:lnTo>
                  <a:pt x="0" y="61913"/>
                </a:lnTo>
                <a:cubicBezTo>
                  <a:pt x="0" y="27719"/>
                  <a:pt x="27719" y="0"/>
                  <a:pt x="61913" y="0"/>
                </a:cubicBezTo>
                <a:close/>
              </a:path>
            </a:pathLst>
          </a:custGeom>
          <a:solidFill>
            <a:schemeClr val="accent6"/>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0" name="Freeform: Shape 19">
            <a:extLst>
              <a:ext uri="{FF2B5EF4-FFF2-40B4-BE49-F238E27FC236}">
                <a16:creationId xmlns:a16="http://schemas.microsoft.com/office/drawing/2014/main" id="{2D2964BB-484D-45AE-AD66-D407D06296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418308" y="5717905"/>
            <a:ext cx="1771609" cy="1140095"/>
          </a:xfrm>
          <a:custGeom>
            <a:avLst/>
            <a:gdLst>
              <a:gd name="connsiteX0" fmla="*/ 1561721 w 1771609"/>
              <a:gd name="connsiteY0" fmla="*/ 763041 h 1140095"/>
              <a:gd name="connsiteX1" fmla="*/ 1623024 w 1771609"/>
              <a:gd name="connsiteY1" fmla="*/ 792810 h 1140095"/>
              <a:gd name="connsiteX2" fmla="*/ 1711735 w 1771609"/>
              <a:gd name="connsiteY2" fmla="*/ 970132 h 1140095"/>
              <a:gd name="connsiteX3" fmla="*/ 1771609 w 1771609"/>
              <a:gd name="connsiteY3" fmla="*/ 1140095 h 1140095"/>
              <a:gd name="connsiteX4" fmla="*/ 1637225 w 1771609"/>
              <a:gd name="connsiteY4" fmla="*/ 1140095 h 1140095"/>
              <a:gd name="connsiteX5" fmla="*/ 1594820 w 1771609"/>
              <a:gd name="connsiteY5" fmla="*/ 1019711 h 1140095"/>
              <a:gd name="connsiteX6" fmla="*/ 1513200 w 1771609"/>
              <a:gd name="connsiteY6" fmla="*/ 856627 h 1140095"/>
              <a:gd name="connsiteX7" fmla="*/ 1538499 w 1771609"/>
              <a:gd name="connsiteY7" fmla="*/ 770415 h 1140095"/>
              <a:gd name="connsiteX8" fmla="*/ 1561721 w 1771609"/>
              <a:gd name="connsiteY8" fmla="*/ 763041 h 1140095"/>
              <a:gd name="connsiteX9" fmla="*/ 933455 w 1771609"/>
              <a:gd name="connsiteY9" fmla="*/ 161309 h 1140095"/>
              <a:gd name="connsiteX10" fmla="*/ 957797 w 1771609"/>
              <a:gd name="connsiteY10" fmla="*/ 167970 h 1140095"/>
              <a:gd name="connsiteX11" fmla="*/ 1286982 w 1771609"/>
              <a:gd name="connsiteY11" fmla="*/ 387616 h 1140095"/>
              <a:gd name="connsiteX12" fmla="*/ 1293725 w 1771609"/>
              <a:gd name="connsiteY12" fmla="*/ 477075 h 1140095"/>
              <a:gd name="connsiteX13" fmla="*/ 1245453 w 1771609"/>
              <a:gd name="connsiteY13" fmla="*/ 499154 h 1140095"/>
              <a:gd name="connsiteX14" fmla="*/ 1245167 w 1771609"/>
              <a:gd name="connsiteY14" fmla="*/ 499154 h 1140095"/>
              <a:gd name="connsiteX15" fmla="*/ 1203638 w 1771609"/>
              <a:gd name="connsiteY15" fmla="*/ 484104 h 1140095"/>
              <a:gd name="connsiteX16" fmla="*/ 900647 w 1771609"/>
              <a:gd name="connsiteY16" fmla="*/ 281508 h 1140095"/>
              <a:gd name="connsiteX17" fmla="*/ 872454 w 1771609"/>
              <a:gd name="connsiteY17" fmla="*/ 196164 h 1140095"/>
              <a:gd name="connsiteX18" fmla="*/ 933455 w 1771609"/>
              <a:gd name="connsiteY18" fmla="*/ 161309 h 1140095"/>
              <a:gd name="connsiteX19" fmla="*/ 256260 w 1771609"/>
              <a:gd name="connsiteY19" fmla="*/ 29 h 1140095"/>
              <a:gd name="connsiteX20" fmla="*/ 454020 w 1771609"/>
              <a:gd name="connsiteY20" fmla="*/ 13474 h 1140095"/>
              <a:gd name="connsiteX21" fmla="*/ 509236 w 1771609"/>
              <a:gd name="connsiteY21" fmla="*/ 84182 h 1140095"/>
              <a:gd name="connsiteX22" fmla="*/ 445829 w 1771609"/>
              <a:gd name="connsiteY22" fmla="*/ 139871 h 1140095"/>
              <a:gd name="connsiteX23" fmla="*/ 437447 w 1771609"/>
              <a:gd name="connsiteY23" fmla="*/ 139395 h 1140095"/>
              <a:gd name="connsiteX24" fmla="*/ 73211 w 1771609"/>
              <a:gd name="connsiteY24" fmla="*/ 137204 h 1140095"/>
              <a:gd name="connsiteX25" fmla="*/ 749 w 1771609"/>
              <a:gd name="connsiteY25" fmla="*/ 84082 h 1140095"/>
              <a:gd name="connsiteX26" fmla="*/ 53871 w 1771609"/>
              <a:gd name="connsiteY26" fmla="*/ 11621 h 1140095"/>
              <a:gd name="connsiteX27" fmla="*/ 58352 w 1771609"/>
              <a:gd name="connsiteY27" fmla="*/ 11093 h 1140095"/>
              <a:gd name="connsiteX28" fmla="*/ 256260 w 1771609"/>
              <a:gd name="connsiteY28" fmla="*/ 29 h 11400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771609" h="1140095">
                <a:moveTo>
                  <a:pt x="1561721" y="763041"/>
                </a:moveTo>
                <a:cubicBezTo>
                  <a:pt x="1585506" y="760324"/>
                  <a:pt x="1609722" y="771249"/>
                  <a:pt x="1623024" y="792810"/>
                </a:cubicBezTo>
                <a:cubicBezTo>
                  <a:pt x="1656300" y="850065"/>
                  <a:pt x="1685920" y="909291"/>
                  <a:pt x="1711735" y="970132"/>
                </a:cubicBezTo>
                <a:lnTo>
                  <a:pt x="1771609" y="1140095"/>
                </a:lnTo>
                <a:lnTo>
                  <a:pt x="1637225" y="1140095"/>
                </a:lnTo>
                <a:lnTo>
                  <a:pt x="1594820" y="1019711"/>
                </a:lnTo>
                <a:cubicBezTo>
                  <a:pt x="1571072" y="963753"/>
                  <a:pt x="1543818" y="909282"/>
                  <a:pt x="1513200" y="856627"/>
                </a:cubicBezTo>
                <a:cubicBezTo>
                  <a:pt x="1496379" y="825834"/>
                  <a:pt x="1507704" y="787236"/>
                  <a:pt x="1538499" y="770415"/>
                </a:cubicBezTo>
                <a:cubicBezTo>
                  <a:pt x="1545912" y="766367"/>
                  <a:pt x="1553792" y="763946"/>
                  <a:pt x="1561721" y="763041"/>
                </a:cubicBezTo>
                <a:close/>
                <a:moveTo>
                  <a:pt x="933455" y="161309"/>
                </a:moveTo>
                <a:cubicBezTo>
                  <a:pt x="941693" y="161855"/>
                  <a:pt x="949959" y="164025"/>
                  <a:pt x="957797" y="167970"/>
                </a:cubicBezTo>
                <a:cubicBezTo>
                  <a:pt x="1076184" y="227289"/>
                  <a:pt x="1186759" y="301068"/>
                  <a:pt x="1286982" y="387616"/>
                </a:cubicBezTo>
                <a:cubicBezTo>
                  <a:pt x="1313547" y="410457"/>
                  <a:pt x="1316566" y="450510"/>
                  <a:pt x="1293725" y="477075"/>
                </a:cubicBezTo>
                <a:cubicBezTo>
                  <a:pt x="1281638" y="491137"/>
                  <a:pt x="1263998" y="499204"/>
                  <a:pt x="1245453" y="499154"/>
                </a:cubicBezTo>
                <a:lnTo>
                  <a:pt x="1245167" y="499154"/>
                </a:lnTo>
                <a:cubicBezTo>
                  <a:pt x="1229965" y="499301"/>
                  <a:pt x="1215220" y="493956"/>
                  <a:pt x="1203638" y="484104"/>
                </a:cubicBezTo>
                <a:cubicBezTo>
                  <a:pt x="1111407" y="404300"/>
                  <a:pt x="1009633" y="336248"/>
                  <a:pt x="900647" y="281508"/>
                </a:cubicBezTo>
                <a:cubicBezTo>
                  <a:pt x="869295" y="265726"/>
                  <a:pt x="856672" y="227516"/>
                  <a:pt x="872454" y="196164"/>
                </a:cubicBezTo>
                <a:cubicBezTo>
                  <a:pt x="884290" y="172650"/>
                  <a:pt x="908742" y="159670"/>
                  <a:pt x="933455" y="161309"/>
                </a:cubicBezTo>
                <a:close/>
                <a:moveTo>
                  <a:pt x="256260" y="29"/>
                </a:moveTo>
                <a:cubicBezTo>
                  <a:pt x="322331" y="427"/>
                  <a:pt x="388378" y="4909"/>
                  <a:pt x="454020" y="13474"/>
                </a:cubicBezTo>
                <a:cubicBezTo>
                  <a:pt x="488793" y="17752"/>
                  <a:pt x="513514" y="49409"/>
                  <a:pt x="509236" y="84182"/>
                </a:cubicBezTo>
                <a:cubicBezTo>
                  <a:pt x="505303" y="116151"/>
                  <a:pt x="478038" y="140098"/>
                  <a:pt x="445829" y="139871"/>
                </a:cubicBezTo>
                <a:cubicBezTo>
                  <a:pt x="443027" y="139899"/>
                  <a:pt x="440227" y="139740"/>
                  <a:pt x="437447" y="139395"/>
                </a:cubicBezTo>
                <a:cubicBezTo>
                  <a:pt x="316592" y="123615"/>
                  <a:pt x="194247" y="122878"/>
                  <a:pt x="73211" y="137204"/>
                </a:cubicBezTo>
                <a:cubicBezTo>
                  <a:pt x="38532" y="142545"/>
                  <a:pt x="6090" y="118762"/>
                  <a:pt x="749" y="84082"/>
                </a:cubicBezTo>
                <a:cubicBezTo>
                  <a:pt x="-4591" y="49403"/>
                  <a:pt x="19192" y="16961"/>
                  <a:pt x="53871" y="11621"/>
                </a:cubicBezTo>
                <a:cubicBezTo>
                  <a:pt x="55358" y="11392"/>
                  <a:pt x="56852" y="11216"/>
                  <a:pt x="58352" y="11093"/>
                </a:cubicBezTo>
                <a:cubicBezTo>
                  <a:pt x="124093" y="3319"/>
                  <a:pt x="190189" y="-369"/>
                  <a:pt x="256260" y="29"/>
                </a:cubicBezTo>
                <a:close/>
              </a:path>
            </a:pathLst>
          </a:custGeom>
          <a:solidFill>
            <a:schemeClr val="accent4"/>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2" name="Freeform: Shape 21">
            <a:extLst>
              <a:ext uri="{FF2B5EF4-FFF2-40B4-BE49-F238E27FC236}">
                <a16:creationId xmlns:a16="http://schemas.microsoft.com/office/drawing/2014/main" id="{6691AC69-A76E-4DAB-B565-468B6B87ACF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132972" y="6258755"/>
            <a:ext cx="1565940" cy="599245"/>
          </a:xfrm>
          <a:custGeom>
            <a:avLst/>
            <a:gdLst>
              <a:gd name="connsiteX0" fmla="*/ 782970 w 1565940"/>
              <a:gd name="connsiteY0" fmla="*/ 0 h 599245"/>
              <a:gd name="connsiteX1" fmla="*/ 1528042 w 1565940"/>
              <a:gd name="connsiteY1" fmla="*/ 480469 h 599245"/>
              <a:gd name="connsiteX2" fmla="*/ 1565940 w 1565940"/>
              <a:gd name="connsiteY2" fmla="*/ 599245 h 599245"/>
              <a:gd name="connsiteX3" fmla="*/ 0 w 1565940"/>
              <a:gd name="connsiteY3" fmla="*/ 599245 h 599245"/>
              <a:gd name="connsiteX4" fmla="*/ 37898 w 1565940"/>
              <a:gd name="connsiteY4" fmla="*/ 480469 h 599245"/>
              <a:gd name="connsiteX5" fmla="*/ 782970 w 1565940"/>
              <a:gd name="connsiteY5" fmla="*/ 0 h 5992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65940" h="599245">
                <a:moveTo>
                  <a:pt x="782970" y="0"/>
                </a:moveTo>
                <a:cubicBezTo>
                  <a:pt x="1117910" y="0"/>
                  <a:pt x="1405287" y="198118"/>
                  <a:pt x="1528042" y="480469"/>
                </a:cubicBezTo>
                <a:lnTo>
                  <a:pt x="1565940" y="599245"/>
                </a:lnTo>
                <a:lnTo>
                  <a:pt x="0" y="599245"/>
                </a:lnTo>
                <a:lnTo>
                  <a:pt x="37898" y="480469"/>
                </a:lnTo>
                <a:cubicBezTo>
                  <a:pt x="160653" y="198118"/>
                  <a:pt x="448030" y="0"/>
                  <a:pt x="782970"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52069700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709F1D5-B0F1-4714-A239-E5B61C16191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 name="Rectangle: Rounded Corners 9">
            <a:extLst>
              <a:ext uri="{FF2B5EF4-FFF2-40B4-BE49-F238E27FC236}">
                <a16:creationId xmlns:a16="http://schemas.microsoft.com/office/drawing/2014/main" id="{228FB460-D3FF-4440-A020-05982A09E5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40546" y="1011045"/>
            <a:ext cx="4369859" cy="4369859"/>
          </a:xfrm>
          <a:prstGeom prst="roundRect">
            <a:avLst>
              <a:gd name="adj" fmla="val 2757"/>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557A05E5-D3B4-5938-B17B-733D50EAD5E6}"/>
              </a:ext>
            </a:extLst>
          </p:cNvPr>
          <p:cNvSpPr>
            <a:spLocks noGrp="1"/>
          </p:cNvSpPr>
          <p:nvPr>
            <p:ph type="title"/>
          </p:nvPr>
        </p:nvSpPr>
        <p:spPr>
          <a:xfrm>
            <a:off x="956826" y="1112969"/>
            <a:ext cx="3937298" cy="4166010"/>
          </a:xfrm>
        </p:spPr>
        <p:txBody>
          <a:bodyPr>
            <a:normAutofit/>
          </a:bodyPr>
          <a:lstStyle/>
          <a:p>
            <a:r>
              <a:rPr lang="en-GB">
                <a:solidFill>
                  <a:srgbClr val="FFFFFF"/>
                </a:solidFill>
              </a:rPr>
              <a:t>Sin, Sacrifice, Salvation</a:t>
            </a:r>
          </a:p>
        </p:txBody>
      </p:sp>
      <p:sp>
        <p:nvSpPr>
          <p:cNvPr id="12" name="Freeform: Shape 11">
            <a:extLst>
              <a:ext uri="{FF2B5EF4-FFF2-40B4-BE49-F238E27FC236}">
                <a16:creationId xmlns:a16="http://schemas.microsoft.com/office/drawing/2014/main" id="{14847E93-7DC1-4D4B-8829-B19AA7137C5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530529" y="0"/>
            <a:ext cx="1155142" cy="591009"/>
          </a:xfrm>
          <a:custGeom>
            <a:avLst/>
            <a:gdLst>
              <a:gd name="connsiteX0" fmla="*/ 1355 w 1155142"/>
              <a:gd name="connsiteY0" fmla="*/ 0 h 591009"/>
              <a:gd name="connsiteX1" fmla="*/ 1153787 w 1155142"/>
              <a:gd name="connsiteY1" fmla="*/ 0 h 591009"/>
              <a:gd name="connsiteX2" fmla="*/ 1155142 w 1155142"/>
              <a:gd name="connsiteY2" fmla="*/ 13438 h 591009"/>
              <a:gd name="connsiteX3" fmla="*/ 577571 w 1155142"/>
              <a:gd name="connsiteY3" fmla="*/ 591009 h 591009"/>
              <a:gd name="connsiteX4" fmla="*/ 0 w 1155142"/>
              <a:gd name="connsiteY4" fmla="*/ 13438 h 5910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5142" h="591009">
                <a:moveTo>
                  <a:pt x="1355" y="0"/>
                </a:moveTo>
                <a:lnTo>
                  <a:pt x="1153787" y="0"/>
                </a:lnTo>
                <a:lnTo>
                  <a:pt x="1155142" y="13438"/>
                </a:lnTo>
                <a:cubicBezTo>
                  <a:pt x="1155142" y="332422"/>
                  <a:pt x="896555" y="591009"/>
                  <a:pt x="577571" y="591009"/>
                </a:cubicBezTo>
                <a:cubicBezTo>
                  <a:pt x="258587" y="591009"/>
                  <a:pt x="0" y="332422"/>
                  <a:pt x="0" y="13438"/>
                </a:cubicBez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 name="Freeform: Shape 13">
            <a:extLst>
              <a:ext uri="{FF2B5EF4-FFF2-40B4-BE49-F238E27FC236}">
                <a16:creationId xmlns:a16="http://schemas.microsoft.com/office/drawing/2014/main" id="{5566D6E1-03A1-4D73-A4E0-35D74D568A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961511" y="-1"/>
            <a:ext cx="1737401" cy="959536"/>
          </a:xfrm>
          <a:custGeom>
            <a:avLst/>
            <a:gdLst>
              <a:gd name="connsiteX0" fmla="*/ 0 w 1737401"/>
              <a:gd name="connsiteY0" fmla="*/ 0 h 959536"/>
              <a:gd name="connsiteX1" fmla="*/ 123825 w 1737401"/>
              <a:gd name="connsiteY1" fmla="*/ 0 h 959536"/>
              <a:gd name="connsiteX2" fmla="*/ 123825 w 1737401"/>
              <a:gd name="connsiteY2" fmla="*/ 790277 h 959536"/>
              <a:gd name="connsiteX3" fmla="*/ 1490095 w 1737401"/>
              <a:gd name="connsiteY3" fmla="*/ 0 h 959536"/>
              <a:gd name="connsiteX4" fmla="*/ 1737401 w 1737401"/>
              <a:gd name="connsiteY4" fmla="*/ 0 h 959536"/>
              <a:gd name="connsiteX5" fmla="*/ 92869 w 1737401"/>
              <a:gd name="connsiteY5" fmla="*/ 951249 h 959536"/>
              <a:gd name="connsiteX6" fmla="*/ 61913 w 1737401"/>
              <a:gd name="connsiteY6" fmla="*/ 959536 h 959536"/>
              <a:gd name="connsiteX7" fmla="*/ 0 w 1737401"/>
              <a:gd name="connsiteY7" fmla="*/ 897624 h 959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37401" h="959536">
                <a:moveTo>
                  <a:pt x="0" y="0"/>
                </a:moveTo>
                <a:lnTo>
                  <a:pt x="123825" y="0"/>
                </a:lnTo>
                <a:lnTo>
                  <a:pt x="123825" y="790277"/>
                </a:lnTo>
                <a:lnTo>
                  <a:pt x="1490095" y="0"/>
                </a:lnTo>
                <a:lnTo>
                  <a:pt x="1737401" y="0"/>
                </a:lnTo>
                <a:lnTo>
                  <a:pt x="92869" y="951249"/>
                </a:lnTo>
                <a:cubicBezTo>
                  <a:pt x="83458" y="956688"/>
                  <a:pt x="72780" y="959546"/>
                  <a:pt x="61913" y="959536"/>
                </a:cubicBezTo>
                <a:cubicBezTo>
                  <a:pt x="27719" y="959536"/>
                  <a:pt x="0" y="931818"/>
                  <a:pt x="0" y="897624"/>
                </a:cubicBezTo>
                <a:close/>
              </a:path>
            </a:pathLst>
          </a:custGeom>
          <a:solidFill>
            <a:schemeClr val="accent6"/>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 name="Freeform: Shape 15">
            <a:extLst>
              <a:ext uri="{FF2B5EF4-FFF2-40B4-BE49-F238E27FC236}">
                <a16:creationId xmlns:a16="http://schemas.microsoft.com/office/drawing/2014/main" id="{9F835A99-04AC-494A-A572-AFE8413CC9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2936831"/>
            <a:ext cx="159741" cy="552996"/>
          </a:xfrm>
          <a:custGeom>
            <a:avLst/>
            <a:gdLst>
              <a:gd name="connsiteX0" fmla="*/ 159741 w 159741"/>
              <a:gd name="connsiteY0" fmla="*/ 0 h 552996"/>
              <a:gd name="connsiteX1" fmla="*/ 159741 w 159741"/>
              <a:gd name="connsiteY1" fmla="*/ 552996 h 552996"/>
              <a:gd name="connsiteX2" fmla="*/ 141849 w 159741"/>
              <a:gd name="connsiteY2" fmla="*/ 543285 h 552996"/>
              <a:gd name="connsiteX3" fmla="*/ 0 w 159741"/>
              <a:gd name="connsiteY3" fmla="*/ 276498 h 552996"/>
              <a:gd name="connsiteX4" fmla="*/ 141849 w 159741"/>
              <a:gd name="connsiteY4" fmla="*/ 9711 h 5529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9741" h="552996">
                <a:moveTo>
                  <a:pt x="159741" y="0"/>
                </a:moveTo>
                <a:lnTo>
                  <a:pt x="159741" y="552996"/>
                </a:lnTo>
                <a:lnTo>
                  <a:pt x="141849" y="543285"/>
                </a:lnTo>
                <a:cubicBezTo>
                  <a:pt x="56268" y="485467"/>
                  <a:pt x="0" y="387554"/>
                  <a:pt x="0" y="276498"/>
                </a:cubicBezTo>
                <a:cubicBezTo>
                  <a:pt x="0" y="165443"/>
                  <a:pt x="56268" y="67529"/>
                  <a:pt x="141849" y="9711"/>
                </a:cubicBezTo>
                <a:close/>
              </a:path>
            </a:pathLst>
          </a:custGeom>
          <a:solidFill>
            <a:schemeClr val="accent4"/>
          </a:solidFill>
          <a:ln w="12700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Content Placeholder 2">
            <a:extLst>
              <a:ext uri="{FF2B5EF4-FFF2-40B4-BE49-F238E27FC236}">
                <a16:creationId xmlns:a16="http://schemas.microsoft.com/office/drawing/2014/main" id="{0703BAA7-722B-8847-3AB2-30BAF39ED649}"/>
              </a:ext>
            </a:extLst>
          </p:cNvPr>
          <p:cNvSpPr>
            <a:spLocks noGrp="1"/>
          </p:cNvSpPr>
          <p:nvPr>
            <p:ph idx="1"/>
          </p:nvPr>
        </p:nvSpPr>
        <p:spPr>
          <a:xfrm>
            <a:off x="6096000" y="1417320"/>
            <a:ext cx="5257799" cy="4292910"/>
          </a:xfrm>
        </p:spPr>
        <p:txBody>
          <a:bodyPr anchor="t">
            <a:normAutofit/>
          </a:bodyPr>
          <a:lstStyle/>
          <a:p>
            <a:r>
              <a:rPr lang="en-GB"/>
              <a:t>Sin: What does this refer to?</a:t>
            </a:r>
          </a:p>
          <a:p>
            <a:r>
              <a:rPr lang="en-GB"/>
              <a:t>Sacrifice: Whose sacrifice?</a:t>
            </a:r>
          </a:p>
          <a:p>
            <a:r>
              <a:rPr lang="en-GB"/>
              <a:t>Salvation: What does this refer to?</a:t>
            </a:r>
          </a:p>
          <a:p>
            <a:endParaRPr lang="en-GB"/>
          </a:p>
          <a:p>
            <a:r>
              <a:rPr lang="en-GB"/>
              <a:t>Why is this such a significant issue for Christians?</a:t>
            </a:r>
          </a:p>
        </p:txBody>
      </p:sp>
      <p:sp>
        <p:nvSpPr>
          <p:cNvPr id="18" name="Freeform: Shape 17">
            <a:extLst>
              <a:ext uri="{FF2B5EF4-FFF2-40B4-BE49-F238E27FC236}">
                <a16:creationId xmlns:a16="http://schemas.microsoft.com/office/drawing/2014/main" id="{7B786209-1B0B-4CA9-9BDD-F7327066A8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5835649"/>
            <a:ext cx="1548180" cy="1022351"/>
          </a:xfrm>
          <a:custGeom>
            <a:avLst/>
            <a:gdLst>
              <a:gd name="connsiteX0" fmla="*/ 61913 w 1548180"/>
              <a:gd name="connsiteY0" fmla="*/ 0 h 1022351"/>
              <a:gd name="connsiteX1" fmla="*/ 1548180 w 1548180"/>
              <a:gd name="connsiteY1" fmla="*/ 0 h 1022351"/>
              <a:gd name="connsiteX2" fmla="*/ 1548180 w 1548180"/>
              <a:gd name="connsiteY2" fmla="*/ 123825 h 1022351"/>
              <a:gd name="connsiteX3" fmla="*/ 123825 w 1548180"/>
              <a:gd name="connsiteY3" fmla="*/ 123825 h 1022351"/>
              <a:gd name="connsiteX4" fmla="*/ 123825 w 1548180"/>
              <a:gd name="connsiteY4" fmla="*/ 1022351 h 1022351"/>
              <a:gd name="connsiteX5" fmla="*/ 0 w 1548180"/>
              <a:gd name="connsiteY5" fmla="*/ 1022351 h 1022351"/>
              <a:gd name="connsiteX6" fmla="*/ 0 w 1548180"/>
              <a:gd name="connsiteY6" fmla="*/ 61913 h 1022351"/>
              <a:gd name="connsiteX7" fmla="*/ 61913 w 1548180"/>
              <a:gd name="connsiteY7" fmla="*/ 0 h 10223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548180" h="1022351">
                <a:moveTo>
                  <a:pt x="61913" y="0"/>
                </a:moveTo>
                <a:lnTo>
                  <a:pt x="1548180" y="0"/>
                </a:lnTo>
                <a:lnTo>
                  <a:pt x="1548180" y="123825"/>
                </a:lnTo>
                <a:lnTo>
                  <a:pt x="123825" y="123825"/>
                </a:lnTo>
                <a:lnTo>
                  <a:pt x="123825" y="1022351"/>
                </a:lnTo>
                <a:lnTo>
                  <a:pt x="0" y="1022351"/>
                </a:lnTo>
                <a:lnTo>
                  <a:pt x="0" y="61913"/>
                </a:lnTo>
                <a:cubicBezTo>
                  <a:pt x="0" y="27719"/>
                  <a:pt x="27719" y="0"/>
                  <a:pt x="61913" y="0"/>
                </a:cubicBezTo>
                <a:close/>
              </a:path>
            </a:pathLst>
          </a:custGeom>
          <a:solidFill>
            <a:schemeClr val="accent6"/>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0" name="Freeform: Shape 19">
            <a:extLst>
              <a:ext uri="{FF2B5EF4-FFF2-40B4-BE49-F238E27FC236}">
                <a16:creationId xmlns:a16="http://schemas.microsoft.com/office/drawing/2014/main" id="{2D2964BB-484D-45AE-AD66-D407D06296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418308" y="5717905"/>
            <a:ext cx="1771609" cy="1140095"/>
          </a:xfrm>
          <a:custGeom>
            <a:avLst/>
            <a:gdLst>
              <a:gd name="connsiteX0" fmla="*/ 1561721 w 1771609"/>
              <a:gd name="connsiteY0" fmla="*/ 763041 h 1140095"/>
              <a:gd name="connsiteX1" fmla="*/ 1623024 w 1771609"/>
              <a:gd name="connsiteY1" fmla="*/ 792810 h 1140095"/>
              <a:gd name="connsiteX2" fmla="*/ 1711735 w 1771609"/>
              <a:gd name="connsiteY2" fmla="*/ 970132 h 1140095"/>
              <a:gd name="connsiteX3" fmla="*/ 1771609 w 1771609"/>
              <a:gd name="connsiteY3" fmla="*/ 1140095 h 1140095"/>
              <a:gd name="connsiteX4" fmla="*/ 1637225 w 1771609"/>
              <a:gd name="connsiteY4" fmla="*/ 1140095 h 1140095"/>
              <a:gd name="connsiteX5" fmla="*/ 1594820 w 1771609"/>
              <a:gd name="connsiteY5" fmla="*/ 1019711 h 1140095"/>
              <a:gd name="connsiteX6" fmla="*/ 1513200 w 1771609"/>
              <a:gd name="connsiteY6" fmla="*/ 856627 h 1140095"/>
              <a:gd name="connsiteX7" fmla="*/ 1538499 w 1771609"/>
              <a:gd name="connsiteY7" fmla="*/ 770415 h 1140095"/>
              <a:gd name="connsiteX8" fmla="*/ 1561721 w 1771609"/>
              <a:gd name="connsiteY8" fmla="*/ 763041 h 1140095"/>
              <a:gd name="connsiteX9" fmla="*/ 933455 w 1771609"/>
              <a:gd name="connsiteY9" fmla="*/ 161309 h 1140095"/>
              <a:gd name="connsiteX10" fmla="*/ 957797 w 1771609"/>
              <a:gd name="connsiteY10" fmla="*/ 167970 h 1140095"/>
              <a:gd name="connsiteX11" fmla="*/ 1286982 w 1771609"/>
              <a:gd name="connsiteY11" fmla="*/ 387616 h 1140095"/>
              <a:gd name="connsiteX12" fmla="*/ 1293725 w 1771609"/>
              <a:gd name="connsiteY12" fmla="*/ 477075 h 1140095"/>
              <a:gd name="connsiteX13" fmla="*/ 1245453 w 1771609"/>
              <a:gd name="connsiteY13" fmla="*/ 499154 h 1140095"/>
              <a:gd name="connsiteX14" fmla="*/ 1245167 w 1771609"/>
              <a:gd name="connsiteY14" fmla="*/ 499154 h 1140095"/>
              <a:gd name="connsiteX15" fmla="*/ 1203638 w 1771609"/>
              <a:gd name="connsiteY15" fmla="*/ 484104 h 1140095"/>
              <a:gd name="connsiteX16" fmla="*/ 900647 w 1771609"/>
              <a:gd name="connsiteY16" fmla="*/ 281508 h 1140095"/>
              <a:gd name="connsiteX17" fmla="*/ 872454 w 1771609"/>
              <a:gd name="connsiteY17" fmla="*/ 196164 h 1140095"/>
              <a:gd name="connsiteX18" fmla="*/ 933455 w 1771609"/>
              <a:gd name="connsiteY18" fmla="*/ 161309 h 1140095"/>
              <a:gd name="connsiteX19" fmla="*/ 256260 w 1771609"/>
              <a:gd name="connsiteY19" fmla="*/ 29 h 1140095"/>
              <a:gd name="connsiteX20" fmla="*/ 454020 w 1771609"/>
              <a:gd name="connsiteY20" fmla="*/ 13474 h 1140095"/>
              <a:gd name="connsiteX21" fmla="*/ 509236 w 1771609"/>
              <a:gd name="connsiteY21" fmla="*/ 84182 h 1140095"/>
              <a:gd name="connsiteX22" fmla="*/ 445829 w 1771609"/>
              <a:gd name="connsiteY22" fmla="*/ 139871 h 1140095"/>
              <a:gd name="connsiteX23" fmla="*/ 437447 w 1771609"/>
              <a:gd name="connsiteY23" fmla="*/ 139395 h 1140095"/>
              <a:gd name="connsiteX24" fmla="*/ 73211 w 1771609"/>
              <a:gd name="connsiteY24" fmla="*/ 137204 h 1140095"/>
              <a:gd name="connsiteX25" fmla="*/ 749 w 1771609"/>
              <a:gd name="connsiteY25" fmla="*/ 84082 h 1140095"/>
              <a:gd name="connsiteX26" fmla="*/ 53871 w 1771609"/>
              <a:gd name="connsiteY26" fmla="*/ 11621 h 1140095"/>
              <a:gd name="connsiteX27" fmla="*/ 58352 w 1771609"/>
              <a:gd name="connsiteY27" fmla="*/ 11093 h 1140095"/>
              <a:gd name="connsiteX28" fmla="*/ 256260 w 1771609"/>
              <a:gd name="connsiteY28" fmla="*/ 29 h 11400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771609" h="1140095">
                <a:moveTo>
                  <a:pt x="1561721" y="763041"/>
                </a:moveTo>
                <a:cubicBezTo>
                  <a:pt x="1585506" y="760324"/>
                  <a:pt x="1609722" y="771249"/>
                  <a:pt x="1623024" y="792810"/>
                </a:cubicBezTo>
                <a:cubicBezTo>
                  <a:pt x="1656300" y="850065"/>
                  <a:pt x="1685920" y="909291"/>
                  <a:pt x="1711735" y="970132"/>
                </a:cubicBezTo>
                <a:lnTo>
                  <a:pt x="1771609" y="1140095"/>
                </a:lnTo>
                <a:lnTo>
                  <a:pt x="1637225" y="1140095"/>
                </a:lnTo>
                <a:lnTo>
                  <a:pt x="1594820" y="1019711"/>
                </a:lnTo>
                <a:cubicBezTo>
                  <a:pt x="1571072" y="963753"/>
                  <a:pt x="1543818" y="909282"/>
                  <a:pt x="1513200" y="856627"/>
                </a:cubicBezTo>
                <a:cubicBezTo>
                  <a:pt x="1496379" y="825834"/>
                  <a:pt x="1507704" y="787236"/>
                  <a:pt x="1538499" y="770415"/>
                </a:cubicBezTo>
                <a:cubicBezTo>
                  <a:pt x="1545912" y="766367"/>
                  <a:pt x="1553792" y="763946"/>
                  <a:pt x="1561721" y="763041"/>
                </a:cubicBezTo>
                <a:close/>
                <a:moveTo>
                  <a:pt x="933455" y="161309"/>
                </a:moveTo>
                <a:cubicBezTo>
                  <a:pt x="941693" y="161855"/>
                  <a:pt x="949959" y="164025"/>
                  <a:pt x="957797" y="167970"/>
                </a:cubicBezTo>
                <a:cubicBezTo>
                  <a:pt x="1076184" y="227289"/>
                  <a:pt x="1186759" y="301068"/>
                  <a:pt x="1286982" y="387616"/>
                </a:cubicBezTo>
                <a:cubicBezTo>
                  <a:pt x="1313547" y="410457"/>
                  <a:pt x="1316566" y="450510"/>
                  <a:pt x="1293725" y="477075"/>
                </a:cubicBezTo>
                <a:cubicBezTo>
                  <a:pt x="1281638" y="491137"/>
                  <a:pt x="1263998" y="499204"/>
                  <a:pt x="1245453" y="499154"/>
                </a:cubicBezTo>
                <a:lnTo>
                  <a:pt x="1245167" y="499154"/>
                </a:lnTo>
                <a:cubicBezTo>
                  <a:pt x="1229965" y="499301"/>
                  <a:pt x="1215220" y="493956"/>
                  <a:pt x="1203638" y="484104"/>
                </a:cubicBezTo>
                <a:cubicBezTo>
                  <a:pt x="1111407" y="404300"/>
                  <a:pt x="1009633" y="336248"/>
                  <a:pt x="900647" y="281508"/>
                </a:cubicBezTo>
                <a:cubicBezTo>
                  <a:pt x="869295" y="265726"/>
                  <a:pt x="856672" y="227516"/>
                  <a:pt x="872454" y="196164"/>
                </a:cubicBezTo>
                <a:cubicBezTo>
                  <a:pt x="884290" y="172650"/>
                  <a:pt x="908742" y="159670"/>
                  <a:pt x="933455" y="161309"/>
                </a:cubicBezTo>
                <a:close/>
                <a:moveTo>
                  <a:pt x="256260" y="29"/>
                </a:moveTo>
                <a:cubicBezTo>
                  <a:pt x="322331" y="427"/>
                  <a:pt x="388378" y="4909"/>
                  <a:pt x="454020" y="13474"/>
                </a:cubicBezTo>
                <a:cubicBezTo>
                  <a:pt x="488793" y="17752"/>
                  <a:pt x="513514" y="49409"/>
                  <a:pt x="509236" y="84182"/>
                </a:cubicBezTo>
                <a:cubicBezTo>
                  <a:pt x="505303" y="116151"/>
                  <a:pt x="478038" y="140098"/>
                  <a:pt x="445829" y="139871"/>
                </a:cubicBezTo>
                <a:cubicBezTo>
                  <a:pt x="443027" y="139899"/>
                  <a:pt x="440227" y="139740"/>
                  <a:pt x="437447" y="139395"/>
                </a:cubicBezTo>
                <a:cubicBezTo>
                  <a:pt x="316592" y="123615"/>
                  <a:pt x="194247" y="122878"/>
                  <a:pt x="73211" y="137204"/>
                </a:cubicBezTo>
                <a:cubicBezTo>
                  <a:pt x="38532" y="142545"/>
                  <a:pt x="6090" y="118762"/>
                  <a:pt x="749" y="84082"/>
                </a:cubicBezTo>
                <a:cubicBezTo>
                  <a:pt x="-4591" y="49403"/>
                  <a:pt x="19192" y="16961"/>
                  <a:pt x="53871" y="11621"/>
                </a:cubicBezTo>
                <a:cubicBezTo>
                  <a:pt x="55358" y="11392"/>
                  <a:pt x="56852" y="11216"/>
                  <a:pt x="58352" y="11093"/>
                </a:cubicBezTo>
                <a:cubicBezTo>
                  <a:pt x="124093" y="3319"/>
                  <a:pt x="190189" y="-369"/>
                  <a:pt x="256260" y="29"/>
                </a:cubicBezTo>
                <a:close/>
              </a:path>
            </a:pathLst>
          </a:custGeom>
          <a:solidFill>
            <a:schemeClr val="accent4"/>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2" name="Freeform: Shape 21">
            <a:extLst>
              <a:ext uri="{FF2B5EF4-FFF2-40B4-BE49-F238E27FC236}">
                <a16:creationId xmlns:a16="http://schemas.microsoft.com/office/drawing/2014/main" id="{6691AC69-A76E-4DAB-B565-468B6B87ACF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132972" y="6258755"/>
            <a:ext cx="1565940" cy="599245"/>
          </a:xfrm>
          <a:custGeom>
            <a:avLst/>
            <a:gdLst>
              <a:gd name="connsiteX0" fmla="*/ 782970 w 1565940"/>
              <a:gd name="connsiteY0" fmla="*/ 0 h 599245"/>
              <a:gd name="connsiteX1" fmla="*/ 1528042 w 1565940"/>
              <a:gd name="connsiteY1" fmla="*/ 480469 h 599245"/>
              <a:gd name="connsiteX2" fmla="*/ 1565940 w 1565940"/>
              <a:gd name="connsiteY2" fmla="*/ 599245 h 599245"/>
              <a:gd name="connsiteX3" fmla="*/ 0 w 1565940"/>
              <a:gd name="connsiteY3" fmla="*/ 599245 h 599245"/>
              <a:gd name="connsiteX4" fmla="*/ 37898 w 1565940"/>
              <a:gd name="connsiteY4" fmla="*/ 480469 h 599245"/>
              <a:gd name="connsiteX5" fmla="*/ 782970 w 1565940"/>
              <a:gd name="connsiteY5" fmla="*/ 0 h 5992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65940" h="599245">
                <a:moveTo>
                  <a:pt x="782970" y="0"/>
                </a:moveTo>
                <a:cubicBezTo>
                  <a:pt x="1117910" y="0"/>
                  <a:pt x="1405287" y="198118"/>
                  <a:pt x="1528042" y="480469"/>
                </a:cubicBezTo>
                <a:lnTo>
                  <a:pt x="1565940" y="599245"/>
                </a:lnTo>
                <a:lnTo>
                  <a:pt x="0" y="599245"/>
                </a:lnTo>
                <a:lnTo>
                  <a:pt x="37898" y="480469"/>
                </a:lnTo>
                <a:cubicBezTo>
                  <a:pt x="160653" y="198118"/>
                  <a:pt x="448030" y="0"/>
                  <a:pt x="782970"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30757136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709F1D5-B0F1-4714-A239-E5B61C16191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 name="Rectangle: Rounded Corners 9">
            <a:extLst>
              <a:ext uri="{FF2B5EF4-FFF2-40B4-BE49-F238E27FC236}">
                <a16:creationId xmlns:a16="http://schemas.microsoft.com/office/drawing/2014/main" id="{228FB460-D3FF-4440-A020-05982A09E5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40546" y="1011045"/>
            <a:ext cx="4369859" cy="4369859"/>
          </a:xfrm>
          <a:prstGeom prst="roundRect">
            <a:avLst>
              <a:gd name="adj" fmla="val 2757"/>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E5B45364-C183-70AE-0C9C-E5C003954830}"/>
              </a:ext>
            </a:extLst>
          </p:cNvPr>
          <p:cNvSpPr>
            <a:spLocks noGrp="1"/>
          </p:cNvSpPr>
          <p:nvPr>
            <p:ph type="title"/>
          </p:nvPr>
        </p:nvSpPr>
        <p:spPr>
          <a:xfrm>
            <a:off x="956826" y="1112969"/>
            <a:ext cx="3937298" cy="4166010"/>
          </a:xfrm>
        </p:spPr>
        <p:txBody>
          <a:bodyPr>
            <a:normAutofit/>
          </a:bodyPr>
          <a:lstStyle/>
          <a:p>
            <a:r>
              <a:rPr lang="en-GB">
                <a:solidFill>
                  <a:srgbClr val="FFFFFF"/>
                </a:solidFill>
              </a:rPr>
              <a:t>The Resurrection</a:t>
            </a:r>
          </a:p>
        </p:txBody>
      </p:sp>
      <p:sp>
        <p:nvSpPr>
          <p:cNvPr id="12" name="Freeform: Shape 11">
            <a:extLst>
              <a:ext uri="{FF2B5EF4-FFF2-40B4-BE49-F238E27FC236}">
                <a16:creationId xmlns:a16="http://schemas.microsoft.com/office/drawing/2014/main" id="{14847E93-7DC1-4D4B-8829-B19AA7137C5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530529" y="0"/>
            <a:ext cx="1155142" cy="591009"/>
          </a:xfrm>
          <a:custGeom>
            <a:avLst/>
            <a:gdLst>
              <a:gd name="connsiteX0" fmla="*/ 1355 w 1155142"/>
              <a:gd name="connsiteY0" fmla="*/ 0 h 591009"/>
              <a:gd name="connsiteX1" fmla="*/ 1153787 w 1155142"/>
              <a:gd name="connsiteY1" fmla="*/ 0 h 591009"/>
              <a:gd name="connsiteX2" fmla="*/ 1155142 w 1155142"/>
              <a:gd name="connsiteY2" fmla="*/ 13438 h 591009"/>
              <a:gd name="connsiteX3" fmla="*/ 577571 w 1155142"/>
              <a:gd name="connsiteY3" fmla="*/ 591009 h 591009"/>
              <a:gd name="connsiteX4" fmla="*/ 0 w 1155142"/>
              <a:gd name="connsiteY4" fmla="*/ 13438 h 5910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5142" h="591009">
                <a:moveTo>
                  <a:pt x="1355" y="0"/>
                </a:moveTo>
                <a:lnTo>
                  <a:pt x="1153787" y="0"/>
                </a:lnTo>
                <a:lnTo>
                  <a:pt x="1155142" y="13438"/>
                </a:lnTo>
                <a:cubicBezTo>
                  <a:pt x="1155142" y="332422"/>
                  <a:pt x="896555" y="591009"/>
                  <a:pt x="577571" y="591009"/>
                </a:cubicBezTo>
                <a:cubicBezTo>
                  <a:pt x="258587" y="591009"/>
                  <a:pt x="0" y="332422"/>
                  <a:pt x="0" y="13438"/>
                </a:cubicBez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 name="Freeform: Shape 13">
            <a:extLst>
              <a:ext uri="{FF2B5EF4-FFF2-40B4-BE49-F238E27FC236}">
                <a16:creationId xmlns:a16="http://schemas.microsoft.com/office/drawing/2014/main" id="{5566D6E1-03A1-4D73-A4E0-35D74D568A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961511" y="-1"/>
            <a:ext cx="1737401" cy="959536"/>
          </a:xfrm>
          <a:custGeom>
            <a:avLst/>
            <a:gdLst>
              <a:gd name="connsiteX0" fmla="*/ 0 w 1737401"/>
              <a:gd name="connsiteY0" fmla="*/ 0 h 959536"/>
              <a:gd name="connsiteX1" fmla="*/ 123825 w 1737401"/>
              <a:gd name="connsiteY1" fmla="*/ 0 h 959536"/>
              <a:gd name="connsiteX2" fmla="*/ 123825 w 1737401"/>
              <a:gd name="connsiteY2" fmla="*/ 790277 h 959536"/>
              <a:gd name="connsiteX3" fmla="*/ 1490095 w 1737401"/>
              <a:gd name="connsiteY3" fmla="*/ 0 h 959536"/>
              <a:gd name="connsiteX4" fmla="*/ 1737401 w 1737401"/>
              <a:gd name="connsiteY4" fmla="*/ 0 h 959536"/>
              <a:gd name="connsiteX5" fmla="*/ 92869 w 1737401"/>
              <a:gd name="connsiteY5" fmla="*/ 951249 h 959536"/>
              <a:gd name="connsiteX6" fmla="*/ 61913 w 1737401"/>
              <a:gd name="connsiteY6" fmla="*/ 959536 h 959536"/>
              <a:gd name="connsiteX7" fmla="*/ 0 w 1737401"/>
              <a:gd name="connsiteY7" fmla="*/ 897624 h 959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37401" h="959536">
                <a:moveTo>
                  <a:pt x="0" y="0"/>
                </a:moveTo>
                <a:lnTo>
                  <a:pt x="123825" y="0"/>
                </a:lnTo>
                <a:lnTo>
                  <a:pt x="123825" y="790277"/>
                </a:lnTo>
                <a:lnTo>
                  <a:pt x="1490095" y="0"/>
                </a:lnTo>
                <a:lnTo>
                  <a:pt x="1737401" y="0"/>
                </a:lnTo>
                <a:lnTo>
                  <a:pt x="92869" y="951249"/>
                </a:lnTo>
                <a:cubicBezTo>
                  <a:pt x="83458" y="956688"/>
                  <a:pt x="72780" y="959546"/>
                  <a:pt x="61913" y="959536"/>
                </a:cubicBezTo>
                <a:cubicBezTo>
                  <a:pt x="27719" y="959536"/>
                  <a:pt x="0" y="931818"/>
                  <a:pt x="0" y="897624"/>
                </a:cubicBezTo>
                <a:close/>
              </a:path>
            </a:pathLst>
          </a:custGeom>
          <a:solidFill>
            <a:schemeClr val="accent6"/>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 name="Freeform: Shape 15">
            <a:extLst>
              <a:ext uri="{FF2B5EF4-FFF2-40B4-BE49-F238E27FC236}">
                <a16:creationId xmlns:a16="http://schemas.microsoft.com/office/drawing/2014/main" id="{9F835A99-04AC-494A-A572-AFE8413CC9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2936831"/>
            <a:ext cx="159741" cy="552996"/>
          </a:xfrm>
          <a:custGeom>
            <a:avLst/>
            <a:gdLst>
              <a:gd name="connsiteX0" fmla="*/ 159741 w 159741"/>
              <a:gd name="connsiteY0" fmla="*/ 0 h 552996"/>
              <a:gd name="connsiteX1" fmla="*/ 159741 w 159741"/>
              <a:gd name="connsiteY1" fmla="*/ 552996 h 552996"/>
              <a:gd name="connsiteX2" fmla="*/ 141849 w 159741"/>
              <a:gd name="connsiteY2" fmla="*/ 543285 h 552996"/>
              <a:gd name="connsiteX3" fmla="*/ 0 w 159741"/>
              <a:gd name="connsiteY3" fmla="*/ 276498 h 552996"/>
              <a:gd name="connsiteX4" fmla="*/ 141849 w 159741"/>
              <a:gd name="connsiteY4" fmla="*/ 9711 h 5529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9741" h="552996">
                <a:moveTo>
                  <a:pt x="159741" y="0"/>
                </a:moveTo>
                <a:lnTo>
                  <a:pt x="159741" y="552996"/>
                </a:lnTo>
                <a:lnTo>
                  <a:pt x="141849" y="543285"/>
                </a:lnTo>
                <a:cubicBezTo>
                  <a:pt x="56268" y="485467"/>
                  <a:pt x="0" y="387554"/>
                  <a:pt x="0" y="276498"/>
                </a:cubicBezTo>
                <a:cubicBezTo>
                  <a:pt x="0" y="165443"/>
                  <a:pt x="56268" y="67529"/>
                  <a:pt x="141849" y="9711"/>
                </a:cubicBezTo>
                <a:close/>
              </a:path>
            </a:pathLst>
          </a:custGeom>
          <a:solidFill>
            <a:schemeClr val="accent4"/>
          </a:solidFill>
          <a:ln w="12700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Content Placeholder 2">
            <a:extLst>
              <a:ext uri="{FF2B5EF4-FFF2-40B4-BE49-F238E27FC236}">
                <a16:creationId xmlns:a16="http://schemas.microsoft.com/office/drawing/2014/main" id="{75B5803C-76E8-FC7F-42BF-6BF536EFD8E6}"/>
              </a:ext>
            </a:extLst>
          </p:cNvPr>
          <p:cNvSpPr>
            <a:spLocks noGrp="1"/>
          </p:cNvSpPr>
          <p:nvPr>
            <p:ph idx="1"/>
          </p:nvPr>
        </p:nvSpPr>
        <p:spPr>
          <a:xfrm>
            <a:off x="6096000" y="820880"/>
            <a:ext cx="5257799" cy="4889350"/>
          </a:xfrm>
        </p:spPr>
        <p:txBody>
          <a:bodyPr anchor="t">
            <a:normAutofit/>
          </a:bodyPr>
          <a:lstStyle/>
          <a:p>
            <a:r>
              <a:rPr lang="en-GB"/>
              <a:t>When was it?</a:t>
            </a:r>
          </a:p>
          <a:p>
            <a:r>
              <a:rPr lang="en-GB"/>
              <a:t>What happened?</a:t>
            </a:r>
          </a:p>
          <a:p>
            <a:r>
              <a:rPr lang="en-GB"/>
              <a:t>Why is this event significant for Christians?</a:t>
            </a:r>
          </a:p>
          <a:p>
            <a:r>
              <a:rPr lang="en-GB"/>
              <a:t>How does it fit into Holy Week?</a:t>
            </a:r>
          </a:p>
          <a:p>
            <a:r>
              <a:rPr lang="en-GB"/>
              <a:t>How is it commemorated today?</a:t>
            </a:r>
          </a:p>
        </p:txBody>
      </p:sp>
      <p:sp>
        <p:nvSpPr>
          <p:cNvPr id="18" name="Freeform: Shape 17">
            <a:extLst>
              <a:ext uri="{FF2B5EF4-FFF2-40B4-BE49-F238E27FC236}">
                <a16:creationId xmlns:a16="http://schemas.microsoft.com/office/drawing/2014/main" id="{7B786209-1B0B-4CA9-9BDD-F7327066A8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5835649"/>
            <a:ext cx="1548180" cy="1022351"/>
          </a:xfrm>
          <a:custGeom>
            <a:avLst/>
            <a:gdLst>
              <a:gd name="connsiteX0" fmla="*/ 61913 w 1548180"/>
              <a:gd name="connsiteY0" fmla="*/ 0 h 1022351"/>
              <a:gd name="connsiteX1" fmla="*/ 1548180 w 1548180"/>
              <a:gd name="connsiteY1" fmla="*/ 0 h 1022351"/>
              <a:gd name="connsiteX2" fmla="*/ 1548180 w 1548180"/>
              <a:gd name="connsiteY2" fmla="*/ 123825 h 1022351"/>
              <a:gd name="connsiteX3" fmla="*/ 123825 w 1548180"/>
              <a:gd name="connsiteY3" fmla="*/ 123825 h 1022351"/>
              <a:gd name="connsiteX4" fmla="*/ 123825 w 1548180"/>
              <a:gd name="connsiteY4" fmla="*/ 1022351 h 1022351"/>
              <a:gd name="connsiteX5" fmla="*/ 0 w 1548180"/>
              <a:gd name="connsiteY5" fmla="*/ 1022351 h 1022351"/>
              <a:gd name="connsiteX6" fmla="*/ 0 w 1548180"/>
              <a:gd name="connsiteY6" fmla="*/ 61913 h 1022351"/>
              <a:gd name="connsiteX7" fmla="*/ 61913 w 1548180"/>
              <a:gd name="connsiteY7" fmla="*/ 0 h 10223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548180" h="1022351">
                <a:moveTo>
                  <a:pt x="61913" y="0"/>
                </a:moveTo>
                <a:lnTo>
                  <a:pt x="1548180" y="0"/>
                </a:lnTo>
                <a:lnTo>
                  <a:pt x="1548180" y="123825"/>
                </a:lnTo>
                <a:lnTo>
                  <a:pt x="123825" y="123825"/>
                </a:lnTo>
                <a:lnTo>
                  <a:pt x="123825" y="1022351"/>
                </a:lnTo>
                <a:lnTo>
                  <a:pt x="0" y="1022351"/>
                </a:lnTo>
                <a:lnTo>
                  <a:pt x="0" y="61913"/>
                </a:lnTo>
                <a:cubicBezTo>
                  <a:pt x="0" y="27719"/>
                  <a:pt x="27719" y="0"/>
                  <a:pt x="61913" y="0"/>
                </a:cubicBezTo>
                <a:close/>
              </a:path>
            </a:pathLst>
          </a:custGeom>
          <a:solidFill>
            <a:schemeClr val="accent6"/>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0" name="Freeform: Shape 19">
            <a:extLst>
              <a:ext uri="{FF2B5EF4-FFF2-40B4-BE49-F238E27FC236}">
                <a16:creationId xmlns:a16="http://schemas.microsoft.com/office/drawing/2014/main" id="{2D2964BB-484D-45AE-AD66-D407D06296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418308" y="5717905"/>
            <a:ext cx="1771609" cy="1140095"/>
          </a:xfrm>
          <a:custGeom>
            <a:avLst/>
            <a:gdLst>
              <a:gd name="connsiteX0" fmla="*/ 1561721 w 1771609"/>
              <a:gd name="connsiteY0" fmla="*/ 763041 h 1140095"/>
              <a:gd name="connsiteX1" fmla="*/ 1623024 w 1771609"/>
              <a:gd name="connsiteY1" fmla="*/ 792810 h 1140095"/>
              <a:gd name="connsiteX2" fmla="*/ 1711735 w 1771609"/>
              <a:gd name="connsiteY2" fmla="*/ 970132 h 1140095"/>
              <a:gd name="connsiteX3" fmla="*/ 1771609 w 1771609"/>
              <a:gd name="connsiteY3" fmla="*/ 1140095 h 1140095"/>
              <a:gd name="connsiteX4" fmla="*/ 1637225 w 1771609"/>
              <a:gd name="connsiteY4" fmla="*/ 1140095 h 1140095"/>
              <a:gd name="connsiteX5" fmla="*/ 1594820 w 1771609"/>
              <a:gd name="connsiteY5" fmla="*/ 1019711 h 1140095"/>
              <a:gd name="connsiteX6" fmla="*/ 1513200 w 1771609"/>
              <a:gd name="connsiteY6" fmla="*/ 856627 h 1140095"/>
              <a:gd name="connsiteX7" fmla="*/ 1538499 w 1771609"/>
              <a:gd name="connsiteY7" fmla="*/ 770415 h 1140095"/>
              <a:gd name="connsiteX8" fmla="*/ 1561721 w 1771609"/>
              <a:gd name="connsiteY8" fmla="*/ 763041 h 1140095"/>
              <a:gd name="connsiteX9" fmla="*/ 933455 w 1771609"/>
              <a:gd name="connsiteY9" fmla="*/ 161309 h 1140095"/>
              <a:gd name="connsiteX10" fmla="*/ 957797 w 1771609"/>
              <a:gd name="connsiteY10" fmla="*/ 167970 h 1140095"/>
              <a:gd name="connsiteX11" fmla="*/ 1286982 w 1771609"/>
              <a:gd name="connsiteY11" fmla="*/ 387616 h 1140095"/>
              <a:gd name="connsiteX12" fmla="*/ 1293725 w 1771609"/>
              <a:gd name="connsiteY12" fmla="*/ 477075 h 1140095"/>
              <a:gd name="connsiteX13" fmla="*/ 1245453 w 1771609"/>
              <a:gd name="connsiteY13" fmla="*/ 499154 h 1140095"/>
              <a:gd name="connsiteX14" fmla="*/ 1245167 w 1771609"/>
              <a:gd name="connsiteY14" fmla="*/ 499154 h 1140095"/>
              <a:gd name="connsiteX15" fmla="*/ 1203638 w 1771609"/>
              <a:gd name="connsiteY15" fmla="*/ 484104 h 1140095"/>
              <a:gd name="connsiteX16" fmla="*/ 900647 w 1771609"/>
              <a:gd name="connsiteY16" fmla="*/ 281508 h 1140095"/>
              <a:gd name="connsiteX17" fmla="*/ 872454 w 1771609"/>
              <a:gd name="connsiteY17" fmla="*/ 196164 h 1140095"/>
              <a:gd name="connsiteX18" fmla="*/ 933455 w 1771609"/>
              <a:gd name="connsiteY18" fmla="*/ 161309 h 1140095"/>
              <a:gd name="connsiteX19" fmla="*/ 256260 w 1771609"/>
              <a:gd name="connsiteY19" fmla="*/ 29 h 1140095"/>
              <a:gd name="connsiteX20" fmla="*/ 454020 w 1771609"/>
              <a:gd name="connsiteY20" fmla="*/ 13474 h 1140095"/>
              <a:gd name="connsiteX21" fmla="*/ 509236 w 1771609"/>
              <a:gd name="connsiteY21" fmla="*/ 84182 h 1140095"/>
              <a:gd name="connsiteX22" fmla="*/ 445829 w 1771609"/>
              <a:gd name="connsiteY22" fmla="*/ 139871 h 1140095"/>
              <a:gd name="connsiteX23" fmla="*/ 437447 w 1771609"/>
              <a:gd name="connsiteY23" fmla="*/ 139395 h 1140095"/>
              <a:gd name="connsiteX24" fmla="*/ 73211 w 1771609"/>
              <a:gd name="connsiteY24" fmla="*/ 137204 h 1140095"/>
              <a:gd name="connsiteX25" fmla="*/ 749 w 1771609"/>
              <a:gd name="connsiteY25" fmla="*/ 84082 h 1140095"/>
              <a:gd name="connsiteX26" fmla="*/ 53871 w 1771609"/>
              <a:gd name="connsiteY26" fmla="*/ 11621 h 1140095"/>
              <a:gd name="connsiteX27" fmla="*/ 58352 w 1771609"/>
              <a:gd name="connsiteY27" fmla="*/ 11093 h 1140095"/>
              <a:gd name="connsiteX28" fmla="*/ 256260 w 1771609"/>
              <a:gd name="connsiteY28" fmla="*/ 29 h 11400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771609" h="1140095">
                <a:moveTo>
                  <a:pt x="1561721" y="763041"/>
                </a:moveTo>
                <a:cubicBezTo>
                  <a:pt x="1585506" y="760324"/>
                  <a:pt x="1609722" y="771249"/>
                  <a:pt x="1623024" y="792810"/>
                </a:cubicBezTo>
                <a:cubicBezTo>
                  <a:pt x="1656300" y="850065"/>
                  <a:pt x="1685920" y="909291"/>
                  <a:pt x="1711735" y="970132"/>
                </a:cubicBezTo>
                <a:lnTo>
                  <a:pt x="1771609" y="1140095"/>
                </a:lnTo>
                <a:lnTo>
                  <a:pt x="1637225" y="1140095"/>
                </a:lnTo>
                <a:lnTo>
                  <a:pt x="1594820" y="1019711"/>
                </a:lnTo>
                <a:cubicBezTo>
                  <a:pt x="1571072" y="963753"/>
                  <a:pt x="1543818" y="909282"/>
                  <a:pt x="1513200" y="856627"/>
                </a:cubicBezTo>
                <a:cubicBezTo>
                  <a:pt x="1496379" y="825834"/>
                  <a:pt x="1507704" y="787236"/>
                  <a:pt x="1538499" y="770415"/>
                </a:cubicBezTo>
                <a:cubicBezTo>
                  <a:pt x="1545912" y="766367"/>
                  <a:pt x="1553792" y="763946"/>
                  <a:pt x="1561721" y="763041"/>
                </a:cubicBezTo>
                <a:close/>
                <a:moveTo>
                  <a:pt x="933455" y="161309"/>
                </a:moveTo>
                <a:cubicBezTo>
                  <a:pt x="941693" y="161855"/>
                  <a:pt x="949959" y="164025"/>
                  <a:pt x="957797" y="167970"/>
                </a:cubicBezTo>
                <a:cubicBezTo>
                  <a:pt x="1076184" y="227289"/>
                  <a:pt x="1186759" y="301068"/>
                  <a:pt x="1286982" y="387616"/>
                </a:cubicBezTo>
                <a:cubicBezTo>
                  <a:pt x="1313547" y="410457"/>
                  <a:pt x="1316566" y="450510"/>
                  <a:pt x="1293725" y="477075"/>
                </a:cubicBezTo>
                <a:cubicBezTo>
                  <a:pt x="1281638" y="491137"/>
                  <a:pt x="1263998" y="499204"/>
                  <a:pt x="1245453" y="499154"/>
                </a:cubicBezTo>
                <a:lnTo>
                  <a:pt x="1245167" y="499154"/>
                </a:lnTo>
                <a:cubicBezTo>
                  <a:pt x="1229965" y="499301"/>
                  <a:pt x="1215220" y="493956"/>
                  <a:pt x="1203638" y="484104"/>
                </a:cubicBezTo>
                <a:cubicBezTo>
                  <a:pt x="1111407" y="404300"/>
                  <a:pt x="1009633" y="336248"/>
                  <a:pt x="900647" y="281508"/>
                </a:cubicBezTo>
                <a:cubicBezTo>
                  <a:pt x="869295" y="265726"/>
                  <a:pt x="856672" y="227516"/>
                  <a:pt x="872454" y="196164"/>
                </a:cubicBezTo>
                <a:cubicBezTo>
                  <a:pt x="884290" y="172650"/>
                  <a:pt x="908742" y="159670"/>
                  <a:pt x="933455" y="161309"/>
                </a:cubicBezTo>
                <a:close/>
                <a:moveTo>
                  <a:pt x="256260" y="29"/>
                </a:moveTo>
                <a:cubicBezTo>
                  <a:pt x="322331" y="427"/>
                  <a:pt x="388378" y="4909"/>
                  <a:pt x="454020" y="13474"/>
                </a:cubicBezTo>
                <a:cubicBezTo>
                  <a:pt x="488793" y="17752"/>
                  <a:pt x="513514" y="49409"/>
                  <a:pt x="509236" y="84182"/>
                </a:cubicBezTo>
                <a:cubicBezTo>
                  <a:pt x="505303" y="116151"/>
                  <a:pt x="478038" y="140098"/>
                  <a:pt x="445829" y="139871"/>
                </a:cubicBezTo>
                <a:cubicBezTo>
                  <a:pt x="443027" y="139899"/>
                  <a:pt x="440227" y="139740"/>
                  <a:pt x="437447" y="139395"/>
                </a:cubicBezTo>
                <a:cubicBezTo>
                  <a:pt x="316592" y="123615"/>
                  <a:pt x="194247" y="122878"/>
                  <a:pt x="73211" y="137204"/>
                </a:cubicBezTo>
                <a:cubicBezTo>
                  <a:pt x="38532" y="142545"/>
                  <a:pt x="6090" y="118762"/>
                  <a:pt x="749" y="84082"/>
                </a:cubicBezTo>
                <a:cubicBezTo>
                  <a:pt x="-4591" y="49403"/>
                  <a:pt x="19192" y="16961"/>
                  <a:pt x="53871" y="11621"/>
                </a:cubicBezTo>
                <a:cubicBezTo>
                  <a:pt x="55358" y="11392"/>
                  <a:pt x="56852" y="11216"/>
                  <a:pt x="58352" y="11093"/>
                </a:cubicBezTo>
                <a:cubicBezTo>
                  <a:pt x="124093" y="3319"/>
                  <a:pt x="190189" y="-369"/>
                  <a:pt x="256260" y="29"/>
                </a:cubicBezTo>
                <a:close/>
              </a:path>
            </a:pathLst>
          </a:custGeom>
          <a:solidFill>
            <a:schemeClr val="accent4"/>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2" name="Freeform: Shape 21">
            <a:extLst>
              <a:ext uri="{FF2B5EF4-FFF2-40B4-BE49-F238E27FC236}">
                <a16:creationId xmlns:a16="http://schemas.microsoft.com/office/drawing/2014/main" id="{6691AC69-A76E-4DAB-B565-468B6B87ACF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132972" y="6258755"/>
            <a:ext cx="1565940" cy="599245"/>
          </a:xfrm>
          <a:custGeom>
            <a:avLst/>
            <a:gdLst>
              <a:gd name="connsiteX0" fmla="*/ 782970 w 1565940"/>
              <a:gd name="connsiteY0" fmla="*/ 0 h 599245"/>
              <a:gd name="connsiteX1" fmla="*/ 1528042 w 1565940"/>
              <a:gd name="connsiteY1" fmla="*/ 480469 h 599245"/>
              <a:gd name="connsiteX2" fmla="*/ 1565940 w 1565940"/>
              <a:gd name="connsiteY2" fmla="*/ 599245 h 599245"/>
              <a:gd name="connsiteX3" fmla="*/ 0 w 1565940"/>
              <a:gd name="connsiteY3" fmla="*/ 599245 h 599245"/>
              <a:gd name="connsiteX4" fmla="*/ 37898 w 1565940"/>
              <a:gd name="connsiteY4" fmla="*/ 480469 h 599245"/>
              <a:gd name="connsiteX5" fmla="*/ 782970 w 1565940"/>
              <a:gd name="connsiteY5" fmla="*/ 0 h 5992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65940" h="599245">
                <a:moveTo>
                  <a:pt x="782970" y="0"/>
                </a:moveTo>
                <a:cubicBezTo>
                  <a:pt x="1117910" y="0"/>
                  <a:pt x="1405287" y="198118"/>
                  <a:pt x="1528042" y="480469"/>
                </a:cubicBezTo>
                <a:lnTo>
                  <a:pt x="1565940" y="599245"/>
                </a:lnTo>
                <a:lnTo>
                  <a:pt x="0" y="599245"/>
                </a:lnTo>
                <a:lnTo>
                  <a:pt x="37898" y="480469"/>
                </a:lnTo>
                <a:cubicBezTo>
                  <a:pt x="160653" y="198118"/>
                  <a:pt x="448030" y="0"/>
                  <a:pt x="782970"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54827181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709F1D5-B0F1-4714-A239-E5B61C16191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 name="Rectangle: Rounded Corners 9">
            <a:extLst>
              <a:ext uri="{FF2B5EF4-FFF2-40B4-BE49-F238E27FC236}">
                <a16:creationId xmlns:a16="http://schemas.microsoft.com/office/drawing/2014/main" id="{228FB460-D3FF-4440-A020-05982A09E5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40546" y="1011045"/>
            <a:ext cx="4369859" cy="4369859"/>
          </a:xfrm>
          <a:prstGeom prst="roundRect">
            <a:avLst>
              <a:gd name="adj" fmla="val 2757"/>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1A06E490-0390-D143-ED5C-DBC54DAAE5CD}"/>
              </a:ext>
            </a:extLst>
          </p:cNvPr>
          <p:cNvSpPr>
            <a:spLocks noGrp="1"/>
          </p:cNvSpPr>
          <p:nvPr>
            <p:ph type="title"/>
          </p:nvPr>
        </p:nvSpPr>
        <p:spPr>
          <a:xfrm>
            <a:off x="956826" y="1112969"/>
            <a:ext cx="3937298" cy="4166010"/>
          </a:xfrm>
        </p:spPr>
        <p:txBody>
          <a:bodyPr>
            <a:normAutofit/>
          </a:bodyPr>
          <a:lstStyle/>
          <a:p>
            <a:r>
              <a:rPr lang="en-GB">
                <a:solidFill>
                  <a:srgbClr val="FFFFFF"/>
                </a:solidFill>
              </a:rPr>
              <a:t>Constantine’s conversion</a:t>
            </a:r>
          </a:p>
        </p:txBody>
      </p:sp>
      <p:sp>
        <p:nvSpPr>
          <p:cNvPr id="12" name="Freeform: Shape 11">
            <a:extLst>
              <a:ext uri="{FF2B5EF4-FFF2-40B4-BE49-F238E27FC236}">
                <a16:creationId xmlns:a16="http://schemas.microsoft.com/office/drawing/2014/main" id="{14847E93-7DC1-4D4B-8829-B19AA7137C5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530529" y="0"/>
            <a:ext cx="1155142" cy="591009"/>
          </a:xfrm>
          <a:custGeom>
            <a:avLst/>
            <a:gdLst>
              <a:gd name="connsiteX0" fmla="*/ 1355 w 1155142"/>
              <a:gd name="connsiteY0" fmla="*/ 0 h 591009"/>
              <a:gd name="connsiteX1" fmla="*/ 1153787 w 1155142"/>
              <a:gd name="connsiteY1" fmla="*/ 0 h 591009"/>
              <a:gd name="connsiteX2" fmla="*/ 1155142 w 1155142"/>
              <a:gd name="connsiteY2" fmla="*/ 13438 h 591009"/>
              <a:gd name="connsiteX3" fmla="*/ 577571 w 1155142"/>
              <a:gd name="connsiteY3" fmla="*/ 591009 h 591009"/>
              <a:gd name="connsiteX4" fmla="*/ 0 w 1155142"/>
              <a:gd name="connsiteY4" fmla="*/ 13438 h 5910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5142" h="591009">
                <a:moveTo>
                  <a:pt x="1355" y="0"/>
                </a:moveTo>
                <a:lnTo>
                  <a:pt x="1153787" y="0"/>
                </a:lnTo>
                <a:lnTo>
                  <a:pt x="1155142" y="13438"/>
                </a:lnTo>
                <a:cubicBezTo>
                  <a:pt x="1155142" y="332422"/>
                  <a:pt x="896555" y="591009"/>
                  <a:pt x="577571" y="591009"/>
                </a:cubicBezTo>
                <a:cubicBezTo>
                  <a:pt x="258587" y="591009"/>
                  <a:pt x="0" y="332422"/>
                  <a:pt x="0" y="13438"/>
                </a:cubicBez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 name="Freeform: Shape 13">
            <a:extLst>
              <a:ext uri="{FF2B5EF4-FFF2-40B4-BE49-F238E27FC236}">
                <a16:creationId xmlns:a16="http://schemas.microsoft.com/office/drawing/2014/main" id="{5566D6E1-03A1-4D73-A4E0-35D74D568A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961511" y="-1"/>
            <a:ext cx="1737401" cy="959536"/>
          </a:xfrm>
          <a:custGeom>
            <a:avLst/>
            <a:gdLst>
              <a:gd name="connsiteX0" fmla="*/ 0 w 1737401"/>
              <a:gd name="connsiteY0" fmla="*/ 0 h 959536"/>
              <a:gd name="connsiteX1" fmla="*/ 123825 w 1737401"/>
              <a:gd name="connsiteY1" fmla="*/ 0 h 959536"/>
              <a:gd name="connsiteX2" fmla="*/ 123825 w 1737401"/>
              <a:gd name="connsiteY2" fmla="*/ 790277 h 959536"/>
              <a:gd name="connsiteX3" fmla="*/ 1490095 w 1737401"/>
              <a:gd name="connsiteY3" fmla="*/ 0 h 959536"/>
              <a:gd name="connsiteX4" fmla="*/ 1737401 w 1737401"/>
              <a:gd name="connsiteY4" fmla="*/ 0 h 959536"/>
              <a:gd name="connsiteX5" fmla="*/ 92869 w 1737401"/>
              <a:gd name="connsiteY5" fmla="*/ 951249 h 959536"/>
              <a:gd name="connsiteX6" fmla="*/ 61913 w 1737401"/>
              <a:gd name="connsiteY6" fmla="*/ 959536 h 959536"/>
              <a:gd name="connsiteX7" fmla="*/ 0 w 1737401"/>
              <a:gd name="connsiteY7" fmla="*/ 897624 h 959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37401" h="959536">
                <a:moveTo>
                  <a:pt x="0" y="0"/>
                </a:moveTo>
                <a:lnTo>
                  <a:pt x="123825" y="0"/>
                </a:lnTo>
                <a:lnTo>
                  <a:pt x="123825" y="790277"/>
                </a:lnTo>
                <a:lnTo>
                  <a:pt x="1490095" y="0"/>
                </a:lnTo>
                <a:lnTo>
                  <a:pt x="1737401" y="0"/>
                </a:lnTo>
                <a:lnTo>
                  <a:pt x="92869" y="951249"/>
                </a:lnTo>
                <a:cubicBezTo>
                  <a:pt x="83458" y="956688"/>
                  <a:pt x="72780" y="959546"/>
                  <a:pt x="61913" y="959536"/>
                </a:cubicBezTo>
                <a:cubicBezTo>
                  <a:pt x="27719" y="959536"/>
                  <a:pt x="0" y="931818"/>
                  <a:pt x="0" y="897624"/>
                </a:cubicBezTo>
                <a:close/>
              </a:path>
            </a:pathLst>
          </a:custGeom>
          <a:solidFill>
            <a:schemeClr val="accent6"/>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 name="Freeform: Shape 15">
            <a:extLst>
              <a:ext uri="{FF2B5EF4-FFF2-40B4-BE49-F238E27FC236}">
                <a16:creationId xmlns:a16="http://schemas.microsoft.com/office/drawing/2014/main" id="{9F835A99-04AC-494A-A572-AFE8413CC9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2936831"/>
            <a:ext cx="159741" cy="552996"/>
          </a:xfrm>
          <a:custGeom>
            <a:avLst/>
            <a:gdLst>
              <a:gd name="connsiteX0" fmla="*/ 159741 w 159741"/>
              <a:gd name="connsiteY0" fmla="*/ 0 h 552996"/>
              <a:gd name="connsiteX1" fmla="*/ 159741 w 159741"/>
              <a:gd name="connsiteY1" fmla="*/ 552996 h 552996"/>
              <a:gd name="connsiteX2" fmla="*/ 141849 w 159741"/>
              <a:gd name="connsiteY2" fmla="*/ 543285 h 552996"/>
              <a:gd name="connsiteX3" fmla="*/ 0 w 159741"/>
              <a:gd name="connsiteY3" fmla="*/ 276498 h 552996"/>
              <a:gd name="connsiteX4" fmla="*/ 141849 w 159741"/>
              <a:gd name="connsiteY4" fmla="*/ 9711 h 5529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9741" h="552996">
                <a:moveTo>
                  <a:pt x="159741" y="0"/>
                </a:moveTo>
                <a:lnTo>
                  <a:pt x="159741" y="552996"/>
                </a:lnTo>
                <a:lnTo>
                  <a:pt x="141849" y="543285"/>
                </a:lnTo>
                <a:cubicBezTo>
                  <a:pt x="56268" y="485467"/>
                  <a:pt x="0" y="387554"/>
                  <a:pt x="0" y="276498"/>
                </a:cubicBezTo>
                <a:cubicBezTo>
                  <a:pt x="0" y="165443"/>
                  <a:pt x="56268" y="67529"/>
                  <a:pt x="141849" y="9711"/>
                </a:cubicBezTo>
                <a:close/>
              </a:path>
            </a:pathLst>
          </a:custGeom>
          <a:solidFill>
            <a:schemeClr val="accent4"/>
          </a:solidFill>
          <a:ln w="12700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Content Placeholder 2">
            <a:extLst>
              <a:ext uri="{FF2B5EF4-FFF2-40B4-BE49-F238E27FC236}">
                <a16:creationId xmlns:a16="http://schemas.microsoft.com/office/drawing/2014/main" id="{BA6786E9-C10E-D1A5-A493-91A71B48475C}"/>
              </a:ext>
            </a:extLst>
          </p:cNvPr>
          <p:cNvSpPr>
            <a:spLocks noGrp="1"/>
          </p:cNvSpPr>
          <p:nvPr>
            <p:ph idx="1"/>
          </p:nvPr>
        </p:nvSpPr>
        <p:spPr>
          <a:xfrm>
            <a:off x="6096000" y="820880"/>
            <a:ext cx="5257799" cy="4889350"/>
          </a:xfrm>
        </p:spPr>
        <p:txBody>
          <a:bodyPr anchor="t">
            <a:normAutofit/>
          </a:bodyPr>
          <a:lstStyle/>
          <a:p>
            <a:r>
              <a:rPr lang="en-GB"/>
              <a:t>Who was Constantine?</a:t>
            </a:r>
          </a:p>
          <a:p>
            <a:r>
              <a:rPr lang="en-GB"/>
              <a:t>Why did he convert to Christianity?</a:t>
            </a:r>
          </a:p>
          <a:p>
            <a:r>
              <a:rPr lang="en-GB"/>
              <a:t>What happened to Christianity as a consequence of his conversion?</a:t>
            </a:r>
          </a:p>
          <a:p>
            <a:r>
              <a:rPr lang="en-US"/>
              <a:t>On balance was Constantine’s conversion beneficial or detrimental to Christianity? Why?</a:t>
            </a:r>
          </a:p>
          <a:p>
            <a:endParaRPr lang="en-GB"/>
          </a:p>
          <a:p>
            <a:endParaRPr lang="en-GB"/>
          </a:p>
        </p:txBody>
      </p:sp>
      <p:sp>
        <p:nvSpPr>
          <p:cNvPr id="18" name="Freeform: Shape 17">
            <a:extLst>
              <a:ext uri="{FF2B5EF4-FFF2-40B4-BE49-F238E27FC236}">
                <a16:creationId xmlns:a16="http://schemas.microsoft.com/office/drawing/2014/main" id="{7B786209-1B0B-4CA9-9BDD-F7327066A8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5835649"/>
            <a:ext cx="1548180" cy="1022351"/>
          </a:xfrm>
          <a:custGeom>
            <a:avLst/>
            <a:gdLst>
              <a:gd name="connsiteX0" fmla="*/ 61913 w 1548180"/>
              <a:gd name="connsiteY0" fmla="*/ 0 h 1022351"/>
              <a:gd name="connsiteX1" fmla="*/ 1548180 w 1548180"/>
              <a:gd name="connsiteY1" fmla="*/ 0 h 1022351"/>
              <a:gd name="connsiteX2" fmla="*/ 1548180 w 1548180"/>
              <a:gd name="connsiteY2" fmla="*/ 123825 h 1022351"/>
              <a:gd name="connsiteX3" fmla="*/ 123825 w 1548180"/>
              <a:gd name="connsiteY3" fmla="*/ 123825 h 1022351"/>
              <a:gd name="connsiteX4" fmla="*/ 123825 w 1548180"/>
              <a:gd name="connsiteY4" fmla="*/ 1022351 h 1022351"/>
              <a:gd name="connsiteX5" fmla="*/ 0 w 1548180"/>
              <a:gd name="connsiteY5" fmla="*/ 1022351 h 1022351"/>
              <a:gd name="connsiteX6" fmla="*/ 0 w 1548180"/>
              <a:gd name="connsiteY6" fmla="*/ 61913 h 1022351"/>
              <a:gd name="connsiteX7" fmla="*/ 61913 w 1548180"/>
              <a:gd name="connsiteY7" fmla="*/ 0 h 10223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548180" h="1022351">
                <a:moveTo>
                  <a:pt x="61913" y="0"/>
                </a:moveTo>
                <a:lnTo>
                  <a:pt x="1548180" y="0"/>
                </a:lnTo>
                <a:lnTo>
                  <a:pt x="1548180" y="123825"/>
                </a:lnTo>
                <a:lnTo>
                  <a:pt x="123825" y="123825"/>
                </a:lnTo>
                <a:lnTo>
                  <a:pt x="123825" y="1022351"/>
                </a:lnTo>
                <a:lnTo>
                  <a:pt x="0" y="1022351"/>
                </a:lnTo>
                <a:lnTo>
                  <a:pt x="0" y="61913"/>
                </a:lnTo>
                <a:cubicBezTo>
                  <a:pt x="0" y="27719"/>
                  <a:pt x="27719" y="0"/>
                  <a:pt x="61913" y="0"/>
                </a:cubicBezTo>
                <a:close/>
              </a:path>
            </a:pathLst>
          </a:custGeom>
          <a:solidFill>
            <a:schemeClr val="accent6"/>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0" name="Freeform: Shape 19">
            <a:extLst>
              <a:ext uri="{FF2B5EF4-FFF2-40B4-BE49-F238E27FC236}">
                <a16:creationId xmlns:a16="http://schemas.microsoft.com/office/drawing/2014/main" id="{2D2964BB-484D-45AE-AD66-D407D06296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418308" y="5717905"/>
            <a:ext cx="1771609" cy="1140095"/>
          </a:xfrm>
          <a:custGeom>
            <a:avLst/>
            <a:gdLst>
              <a:gd name="connsiteX0" fmla="*/ 1561721 w 1771609"/>
              <a:gd name="connsiteY0" fmla="*/ 763041 h 1140095"/>
              <a:gd name="connsiteX1" fmla="*/ 1623024 w 1771609"/>
              <a:gd name="connsiteY1" fmla="*/ 792810 h 1140095"/>
              <a:gd name="connsiteX2" fmla="*/ 1711735 w 1771609"/>
              <a:gd name="connsiteY2" fmla="*/ 970132 h 1140095"/>
              <a:gd name="connsiteX3" fmla="*/ 1771609 w 1771609"/>
              <a:gd name="connsiteY3" fmla="*/ 1140095 h 1140095"/>
              <a:gd name="connsiteX4" fmla="*/ 1637225 w 1771609"/>
              <a:gd name="connsiteY4" fmla="*/ 1140095 h 1140095"/>
              <a:gd name="connsiteX5" fmla="*/ 1594820 w 1771609"/>
              <a:gd name="connsiteY5" fmla="*/ 1019711 h 1140095"/>
              <a:gd name="connsiteX6" fmla="*/ 1513200 w 1771609"/>
              <a:gd name="connsiteY6" fmla="*/ 856627 h 1140095"/>
              <a:gd name="connsiteX7" fmla="*/ 1538499 w 1771609"/>
              <a:gd name="connsiteY7" fmla="*/ 770415 h 1140095"/>
              <a:gd name="connsiteX8" fmla="*/ 1561721 w 1771609"/>
              <a:gd name="connsiteY8" fmla="*/ 763041 h 1140095"/>
              <a:gd name="connsiteX9" fmla="*/ 933455 w 1771609"/>
              <a:gd name="connsiteY9" fmla="*/ 161309 h 1140095"/>
              <a:gd name="connsiteX10" fmla="*/ 957797 w 1771609"/>
              <a:gd name="connsiteY10" fmla="*/ 167970 h 1140095"/>
              <a:gd name="connsiteX11" fmla="*/ 1286982 w 1771609"/>
              <a:gd name="connsiteY11" fmla="*/ 387616 h 1140095"/>
              <a:gd name="connsiteX12" fmla="*/ 1293725 w 1771609"/>
              <a:gd name="connsiteY12" fmla="*/ 477075 h 1140095"/>
              <a:gd name="connsiteX13" fmla="*/ 1245453 w 1771609"/>
              <a:gd name="connsiteY13" fmla="*/ 499154 h 1140095"/>
              <a:gd name="connsiteX14" fmla="*/ 1245167 w 1771609"/>
              <a:gd name="connsiteY14" fmla="*/ 499154 h 1140095"/>
              <a:gd name="connsiteX15" fmla="*/ 1203638 w 1771609"/>
              <a:gd name="connsiteY15" fmla="*/ 484104 h 1140095"/>
              <a:gd name="connsiteX16" fmla="*/ 900647 w 1771609"/>
              <a:gd name="connsiteY16" fmla="*/ 281508 h 1140095"/>
              <a:gd name="connsiteX17" fmla="*/ 872454 w 1771609"/>
              <a:gd name="connsiteY17" fmla="*/ 196164 h 1140095"/>
              <a:gd name="connsiteX18" fmla="*/ 933455 w 1771609"/>
              <a:gd name="connsiteY18" fmla="*/ 161309 h 1140095"/>
              <a:gd name="connsiteX19" fmla="*/ 256260 w 1771609"/>
              <a:gd name="connsiteY19" fmla="*/ 29 h 1140095"/>
              <a:gd name="connsiteX20" fmla="*/ 454020 w 1771609"/>
              <a:gd name="connsiteY20" fmla="*/ 13474 h 1140095"/>
              <a:gd name="connsiteX21" fmla="*/ 509236 w 1771609"/>
              <a:gd name="connsiteY21" fmla="*/ 84182 h 1140095"/>
              <a:gd name="connsiteX22" fmla="*/ 445829 w 1771609"/>
              <a:gd name="connsiteY22" fmla="*/ 139871 h 1140095"/>
              <a:gd name="connsiteX23" fmla="*/ 437447 w 1771609"/>
              <a:gd name="connsiteY23" fmla="*/ 139395 h 1140095"/>
              <a:gd name="connsiteX24" fmla="*/ 73211 w 1771609"/>
              <a:gd name="connsiteY24" fmla="*/ 137204 h 1140095"/>
              <a:gd name="connsiteX25" fmla="*/ 749 w 1771609"/>
              <a:gd name="connsiteY25" fmla="*/ 84082 h 1140095"/>
              <a:gd name="connsiteX26" fmla="*/ 53871 w 1771609"/>
              <a:gd name="connsiteY26" fmla="*/ 11621 h 1140095"/>
              <a:gd name="connsiteX27" fmla="*/ 58352 w 1771609"/>
              <a:gd name="connsiteY27" fmla="*/ 11093 h 1140095"/>
              <a:gd name="connsiteX28" fmla="*/ 256260 w 1771609"/>
              <a:gd name="connsiteY28" fmla="*/ 29 h 11400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771609" h="1140095">
                <a:moveTo>
                  <a:pt x="1561721" y="763041"/>
                </a:moveTo>
                <a:cubicBezTo>
                  <a:pt x="1585506" y="760324"/>
                  <a:pt x="1609722" y="771249"/>
                  <a:pt x="1623024" y="792810"/>
                </a:cubicBezTo>
                <a:cubicBezTo>
                  <a:pt x="1656300" y="850065"/>
                  <a:pt x="1685920" y="909291"/>
                  <a:pt x="1711735" y="970132"/>
                </a:cubicBezTo>
                <a:lnTo>
                  <a:pt x="1771609" y="1140095"/>
                </a:lnTo>
                <a:lnTo>
                  <a:pt x="1637225" y="1140095"/>
                </a:lnTo>
                <a:lnTo>
                  <a:pt x="1594820" y="1019711"/>
                </a:lnTo>
                <a:cubicBezTo>
                  <a:pt x="1571072" y="963753"/>
                  <a:pt x="1543818" y="909282"/>
                  <a:pt x="1513200" y="856627"/>
                </a:cubicBezTo>
                <a:cubicBezTo>
                  <a:pt x="1496379" y="825834"/>
                  <a:pt x="1507704" y="787236"/>
                  <a:pt x="1538499" y="770415"/>
                </a:cubicBezTo>
                <a:cubicBezTo>
                  <a:pt x="1545912" y="766367"/>
                  <a:pt x="1553792" y="763946"/>
                  <a:pt x="1561721" y="763041"/>
                </a:cubicBezTo>
                <a:close/>
                <a:moveTo>
                  <a:pt x="933455" y="161309"/>
                </a:moveTo>
                <a:cubicBezTo>
                  <a:pt x="941693" y="161855"/>
                  <a:pt x="949959" y="164025"/>
                  <a:pt x="957797" y="167970"/>
                </a:cubicBezTo>
                <a:cubicBezTo>
                  <a:pt x="1076184" y="227289"/>
                  <a:pt x="1186759" y="301068"/>
                  <a:pt x="1286982" y="387616"/>
                </a:cubicBezTo>
                <a:cubicBezTo>
                  <a:pt x="1313547" y="410457"/>
                  <a:pt x="1316566" y="450510"/>
                  <a:pt x="1293725" y="477075"/>
                </a:cubicBezTo>
                <a:cubicBezTo>
                  <a:pt x="1281638" y="491137"/>
                  <a:pt x="1263998" y="499204"/>
                  <a:pt x="1245453" y="499154"/>
                </a:cubicBezTo>
                <a:lnTo>
                  <a:pt x="1245167" y="499154"/>
                </a:lnTo>
                <a:cubicBezTo>
                  <a:pt x="1229965" y="499301"/>
                  <a:pt x="1215220" y="493956"/>
                  <a:pt x="1203638" y="484104"/>
                </a:cubicBezTo>
                <a:cubicBezTo>
                  <a:pt x="1111407" y="404300"/>
                  <a:pt x="1009633" y="336248"/>
                  <a:pt x="900647" y="281508"/>
                </a:cubicBezTo>
                <a:cubicBezTo>
                  <a:pt x="869295" y="265726"/>
                  <a:pt x="856672" y="227516"/>
                  <a:pt x="872454" y="196164"/>
                </a:cubicBezTo>
                <a:cubicBezTo>
                  <a:pt x="884290" y="172650"/>
                  <a:pt x="908742" y="159670"/>
                  <a:pt x="933455" y="161309"/>
                </a:cubicBezTo>
                <a:close/>
                <a:moveTo>
                  <a:pt x="256260" y="29"/>
                </a:moveTo>
                <a:cubicBezTo>
                  <a:pt x="322331" y="427"/>
                  <a:pt x="388378" y="4909"/>
                  <a:pt x="454020" y="13474"/>
                </a:cubicBezTo>
                <a:cubicBezTo>
                  <a:pt x="488793" y="17752"/>
                  <a:pt x="513514" y="49409"/>
                  <a:pt x="509236" y="84182"/>
                </a:cubicBezTo>
                <a:cubicBezTo>
                  <a:pt x="505303" y="116151"/>
                  <a:pt x="478038" y="140098"/>
                  <a:pt x="445829" y="139871"/>
                </a:cubicBezTo>
                <a:cubicBezTo>
                  <a:pt x="443027" y="139899"/>
                  <a:pt x="440227" y="139740"/>
                  <a:pt x="437447" y="139395"/>
                </a:cubicBezTo>
                <a:cubicBezTo>
                  <a:pt x="316592" y="123615"/>
                  <a:pt x="194247" y="122878"/>
                  <a:pt x="73211" y="137204"/>
                </a:cubicBezTo>
                <a:cubicBezTo>
                  <a:pt x="38532" y="142545"/>
                  <a:pt x="6090" y="118762"/>
                  <a:pt x="749" y="84082"/>
                </a:cubicBezTo>
                <a:cubicBezTo>
                  <a:pt x="-4591" y="49403"/>
                  <a:pt x="19192" y="16961"/>
                  <a:pt x="53871" y="11621"/>
                </a:cubicBezTo>
                <a:cubicBezTo>
                  <a:pt x="55358" y="11392"/>
                  <a:pt x="56852" y="11216"/>
                  <a:pt x="58352" y="11093"/>
                </a:cubicBezTo>
                <a:cubicBezTo>
                  <a:pt x="124093" y="3319"/>
                  <a:pt x="190189" y="-369"/>
                  <a:pt x="256260" y="29"/>
                </a:cubicBezTo>
                <a:close/>
              </a:path>
            </a:pathLst>
          </a:custGeom>
          <a:solidFill>
            <a:schemeClr val="accent4"/>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2" name="Freeform: Shape 21">
            <a:extLst>
              <a:ext uri="{FF2B5EF4-FFF2-40B4-BE49-F238E27FC236}">
                <a16:creationId xmlns:a16="http://schemas.microsoft.com/office/drawing/2014/main" id="{6691AC69-A76E-4DAB-B565-468B6B87ACF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132972" y="6258755"/>
            <a:ext cx="1565940" cy="599245"/>
          </a:xfrm>
          <a:custGeom>
            <a:avLst/>
            <a:gdLst>
              <a:gd name="connsiteX0" fmla="*/ 782970 w 1565940"/>
              <a:gd name="connsiteY0" fmla="*/ 0 h 599245"/>
              <a:gd name="connsiteX1" fmla="*/ 1528042 w 1565940"/>
              <a:gd name="connsiteY1" fmla="*/ 480469 h 599245"/>
              <a:gd name="connsiteX2" fmla="*/ 1565940 w 1565940"/>
              <a:gd name="connsiteY2" fmla="*/ 599245 h 599245"/>
              <a:gd name="connsiteX3" fmla="*/ 0 w 1565940"/>
              <a:gd name="connsiteY3" fmla="*/ 599245 h 599245"/>
              <a:gd name="connsiteX4" fmla="*/ 37898 w 1565940"/>
              <a:gd name="connsiteY4" fmla="*/ 480469 h 599245"/>
              <a:gd name="connsiteX5" fmla="*/ 782970 w 1565940"/>
              <a:gd name="connsiteY5" fmla="*/ 0 h 5992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65940" h="599245">
                <a:moveTo>
                  <a:pt x="782970" y="0"/>
                </a:moveTo>
                <a:cubicBezTo>
                  <a:pt x="1117910" y="0"/>
                  <a:pt x="1405287" y="198118"/>
                  <a:pt x="1528042" y="480469"/>
                </a:cubicBezTo>
                <a:lnTo>
                  <a:pt x="1565940" y="599245"/>
                </a:lnTo>
                <a:lnTo>
                  <a:pt x="0" y="599245"/>
                </a:lnTo>
                <a:lnTo>
                  <a:pt x="37898" y="480469"/>
                </a:lnTo>
                <a:cubicBezTo>
                  <a:pt x="160653" y="198118"/>
                  <a:pt x="448030" y="0"/>
                  <a:pt x="782970"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16892757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4CA8F82-CFB1-0894-EF50-5B2141933F07}"/>
            </a:ext>
          </a:extLst>
        </p:cNvPr>
        <p:cNvGrpSpPr/>
        <p:nvPr/>
      </p:nvGrpSpPr>
      <p:grpSpPr>
        <a:xfrm>
          <a:off x="0" y="0"/>
          <a:ext cx="0" cy="0"/>
          <a:chOff x="0" y="0"/>
          <a:chExt cx="0" cy="0"/>
        </a:xfrm>
      </p:grpSpPr>
      <p:sp useBgFill="1">
        <p:nvSpPr>
          <p:cNvPr id="36" name="Rectangle 35">
            <a:extLst>
              <a:ext uri="{FF2B5EF4-FFF2-40B4-BE49-F238E27FC236}">
                <a16:creationId xmlns:a16="http://schemas.microsoft.com/office/drawing/2014/main" id="{0BD2D283-7410-BDCB-04FC-B914E7314A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8" name="Rectangle: Rounded Corners 37">
            <a:extLst>
              <a:ext uri="{FF2B5EF4-FFF2-40B4-BE49-F238E27FC236}">
                <a16:creationId xmlns:a16="http://schemas.microsoft.com/office/drawing/2014/main" id="{8F46422A-DD7D-7A5A-1AB2-9E6F8E1BE2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40546" y="1011045"/>
            <a:ext cx="4369859" cy="4369859"/>
          </a:xfrm>
          <a:prstGeom prst="roundRect">
            <a:avLst>
              <a:gd name="adj" fmla="val 2757"/>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0F5C355B-E260-B29F-84A4-862ECD72369D}"/>
              </a:ext>
            </a:extLst>
          </p:cNvPr>
          <p:cNvSpPr>
            <a:spLocks noGrp="1"/>
          </p:cNvSpPr>
          <p:nvPr>
            <p:ph type="title"/>
          </p:nvPr>
        </p:nvSpPr>
        <p:spPr>
          <a:xfrm>
            <a:off x="956826" y="1112969"/>
            <a:ext cx="3937298" cy="4166010"/>
          </a:xfrm>
        </p:spPr>
        <p:txBody>
          <a:bodyPr>
            <a:normAutofit/>
          </a:bodyPr>
          <a:lstStyle/>
          <a:p>
            <a:pPr lvl="0"/>
            <a:r>
              <a:rPr lang="en-US">
                <a:solidFill>
                  <a:schemeClr val="bg1"/>
                </a:solidFill>
              </a:rPr>
              <a:t>Key events in the history of Christianity</a:t>
            </a:r>
            <a:br>
              <a:rPr lang="en-US">
                <a:solidFill>
                  <a:schemeClr val="bg1"/>
                </a:solidFill>
              </a:rPr>
            </a:br>
            <a:r>
              <a:rPr lang="en-US" u="sng">
                <a:solidFill>
                  <a:srgbClr val="FFFF00"/>
                </a:solidFill>
              </a:rPr>
              <a:t>Pick two!</a:t>
            </a:r>
          </a:p>
        </p:txBody>
      </p:sp>
      <p:sp>
        <p:nvSpPr>
          <p:cNvPr id="40" name="Freeform: Shape 39">
            <a:extLst>
              <a:ext uri="{FF2B5EF4-FFF2-40B4-BE49-F238E27FC236}">
                <a16:creationId xmlns:a16="http://schemas.microsoft.com/office/drawing/2014/main" id="{DDAF75EF-3950-1F96-7C7D-9F0BDD559AA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530529" y="0"/>
            <a:ext cx="1155142" cy="591009"/>
          </a:xfrm>
          <a:custGeom>
            <a:avLst/>
            <a:gdLst>
              <a:gd name="connsiteX0" fmla="*/ 1355 w 1155142"/>
              <a:gd name="connsiteY0" fmla="*/ 0 h 591009"/>
              <a:gd name="connsiteX1" fmla="*/ 1153787 w 1155142"/>
              <a:gd name="connsiteY1" fmla="*/ 0 h 591009"/>
              <a:gd name="connsiteX2" fmla="*/ 1155142 w 1155142"/>
              <a:gd name="connsiteY2" fmla="*/ 13438 h 591009"/>
              <a:gd name="connsiteX3" fmla="*/ 577571 w 1155142"/>
              <a:gd name="connsiteY3" fmla="*/ 591009 h 591009"/>
              <a:gd name="connsiteX4" fmla="*/ 0 w 1155142"/>
              <a:gd name="connsiteY4" fmla="*/ 13438 h 5910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5142" h="591009">
                <a:moveTo>
                  <a:pt x="1355" y="0"/>
                </a:moveTo>
                <a:lnTo>
                  <a:pt x="1153787" y="0"/>
                </a:lnTo>
                <a:lnTo>
                  <a:pt x="1155142" y="13438"/>
                </a:lnTo>
                <a:cubicBezTo>
                  <a:pt x="1155142" y="332422"/>
                  <a:pt x="896555" y="591009"/>
                  <a:pt x="577571" y="591009"/>
                </a:cubicBezTo>
                <a:cubicBezTo>
                  <a:pt x="258587" y="591009"/>
                  <a:pt x="0" y="332422"/>
                  <a:pt x="0" y="13438"/>
                </a:cubicBez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2" name="Freeform: Shape 41">
            <a:extLst>
              <a:ext uri="{FF2B5EF4-FFF2-40B4-BE49-F238E27FC236}">
                <a16:creationId xmlns:a16="http://schemas.microsoft.com/office/drawing/2014/main" id="{E8C4B55F-B8EC-E373-3D17-21999E920A6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961511" y="-1"/>
            <a:ext cx="1737401" cy="959536"/>
          </a:xfrm>
          <a:custGeom>
            <a:avLst/>
            <a:gdLst>
              <a:gd name="connsiteX0" fmla="*/ 0 w 1737401"/>
              <a:gd name="connsiteY0" fmla="*/ 0 h 959536"/>
              <a:gd name="connsiteX1" fmla="*/ 123825 w 1737401"/>
              <a:gd name="connsiteY1" fmla="*/ 0 h 959536"/>
              <a:gd name="connsiteX2" fmla="*/ 123825 w 1737401"/>
              <a:gd name="connsiteY2" fmla="*/ 790277 h 959536"/>
              <a:gd name="connsiteX3" fmla="*/ 1490095 w 1737401"/>
              <a:gd name="connsiteY3" fmla="*/ 0 h 959536"/>
              <a:gd name="connsiteX4" fmla="*/ 1737401 w 1737401"/>
              <a:gd name="connsiteY4" fmla="*/ 0 h 959536"/>
              <a:gd name="connsiteX5" fmla="*/ 92869 w 1737401"/>
              <a:gd name="connsiteY5" fmla="*/ 951249 h 959536"/>
              <a:gd name="connsiteX6" fmla="*/ 61913 w 1737401"/>
              <a:gd name="connsiteY6" fmla="*/ 959536 h 959536"/>
              <a:gd name="connsiteX7" fmla="*/ 0 w 1737401"/>
              <a:gd name="connsiteY7" fmla="*/ 897624 h 959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37401" h="959536">
                <a:moveTo>
                  <a:pt x="0" y="0"/>
                </a:moveTo>
                <a:lnTo>
                  <a:pt x="123825" y="0"/>
                </a:lnTo>
                <a:lnTo>
                  <a:pt x="123825" y="790277"/>
                </a:lnTo>
                <a:lnTo>
                  <a:pt x="1490095" y="0"/>
                </a:lnTo>
                <a:lnTo>
                  <a:pt x="1737401" y="0"/>
                </a:lnTo>
                <a:lnTo>
                  <a:pt x="92869" y="951249"/>
                </a:lnTo>
                <a:cubicBezTo>
                  <a:pt x="83458" y="956688"/>
                  <a:pt x="72780" y="959546"/>
                  <a:pt x="61913" y="959536"/>
                </a:cubicBezTo>
                <a:cubicBezTo>
                  <a:pt x="27719" y="959536"/>
                  <a:pt x="0" y="931818"/>
                  <a:pt x="0" y="897624"/>
                </a:cubicBezTo>
                <a:close/>
              </a:path>
            </a:pathLst>
          </a:custGeom>
          <a:solidFill>
            <a:schemeClr val="accent6"/>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4" name="Freeform: Shape 43">
            <a:extLst>
              <a:ext uri="{FF2B5EF4-FFF2-40B4-BE49-F238E27FC236}">
                <a16:creationId xmlns:a16="http://schemas.microsoft.com/office/drawing/2014/main" id="{3E016F11-D23A-92DE-5D47-BF02D8BF321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2936831"/>
            <a:ext cx="159741" cy="552996"/>
          </a:xfrm>
          <a:custGeom>
            <a:avLst/>
            <a:gdLst>
              <a:gd name="connsiteX0" fmla="*/ 159741 w 159741"/>
              <a:gd name="connsiteY0" fmla="*/ 0 h 552996"/>
              <a:gd name="connsiteX1" fmla="*/ 159741 w 159741"/>
              <a:gd name="connsiteY1" fmla="*/ 552996 h 552996"/>
              <a:gd name="connsiteX2" fmla="*/ 141849 w 159741"/>
              <a:gd name="connsiteY2" fmla="*/ 543285 h 552996"/>
              <a:gd name="connsiteX3" fmla="*/ 0 w 159741"/>
              <a:gd name="connsiteY3" fmla="*/ 276498 h 552996"/>
              <a:gd name="connsiteX4" fmla="*/ 141849 w 159741"/>
              <a:gd name="connsiteY4" fmla="*/ 9711 h 5529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9741" h="552996">
                <a:moveTo>
                  <a:pt x="159741" y="0"/>
                </a:moveTo>
                <a:lnTo>
                  <a:pt x="159741" y="552996"/>
                </a:lnTo>
                <a:lnTo>
                  <a:pt x="141849" y="543285"/>
                </a:lnTo>
                <a:cubicBezTo>
                  <a:pt x="56268" y="485467"/>
                  <a:pt x="0" y="387554"/>
                  <a:pt x="0" y="276498"/>
                </a:cubicBezTo>
                <a:cubicBezTo>
                  <a:pt x="0" y="165443"/>
                  <a:pt x="56268" y="67529"/>
                  <a:pt x="141849" y="9711"/>
                </a:cubicBezTo>
                <a:close/>
              </a:path>
            </a:pathLst>
          </a:custGeom>
          <a:solidFill>
            <a:schemeClr val="accent4"/>
          </a:solidFill>
          <a:ln w="12700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Content Placeholder 2">
            <a:extLst>
              <a:ext uri="{FF2B5EF4-FFF2-40B4-BE49-F238E27FC236}">
                <a16:creationId xmlns:a16="http://schemas.microsoft.com/office/drawing/2014/main" id="{392FDCC9-0631-A34E-81A1-C727185DAD13}"/>
              </a:ext>
            </a:extLst>
          </p:cNvPr>
          <p:cNvSpPr>
            <a:spLocks noGrp="1"/>
          </p:cNvSpPr>
          <p:nvPr>
            <p:ph idx="1"/>
          </p:nvPr>
        </p:nvSpPr>
        <p:spPr>
          <a:xfrm>
            <a:off x="5847903" y="338328"/>
            <a:ext cx="5929569" cy="6419088"/>
          </a:xfrm>
        </p:spPr>
        <p:txBody>
          <a:bodyPr anchor="t">
            <a:normAutofit/>
          </a:bodyPr>
          <a:lstStyle/>
          <a:p>
            <a:r>
              <a:rPr lang="en-GB" b="1"/>
              <a:t>St Peter and St Paul</a:t>
            </a:r>
          </a:p>
          <a:p>
            <a:pPr lvl="1"/>
            <a:r>
              <a:rPr lang="en-GB"/>
              <a:t>Who were they, what did they do, why are they significant for Christians?</a:t>
            </a:r>
          </a:p>
          <a:p>
            <a:r>
              <a:rPr lang="en-GB" b="1"/>
              <a:t>Roman persecution</a:t>
            </a:r>
          </a:p>
          <a:p>
            <a:pPr lvl="1"/>
            <a:r>
              <a:rPr lang="en-GB"/>
              <a:t>Why were Christians persecuted by Romans? What happened to the religion as a consequence?</a:t>
            </a:r>
          </a:p>
          <a:p>
            <a:r>
              <a:rPr lang="en-GB" b="1"/>
              <a:t>The Great Schism</a:t>
            </a:r>
          </a:p>
          <a:p>
            <a:pPr lvl="1"/>
            <a:r>
              <a:rPr lang="en-GB"/>
              <a:t>Why did the Church split? Who split? What happened to the religion as a consequence?</a:t>
            </a:r>
          </a:p>
          <a:p>
            <a:r>
              <a:rPr lang="en-GB" b="1"/>
              <a:t>The Reformation</a:t>
            </a:r>
          </a:p>
          <a:p>
            <a:pPr lvl="1"/>
            <a:r>
              <a:rPr lang="en-GB"/>
              <a:t>Why was there a Reformation? Who was involved? What happened to the religion as a consequence?</a:t>
            </a:r>
          </a:p>
        </p:txBody>
      </p:sp>
      <p:sp>
        <p:nvSpPr>
          <p:cNvPr id="46" name="Freeform: Shape 45">
            <a:extLst>
              <a:ext uri="{FF2B5EF4-FFF2-40B4-BE49-F238E27FC236}">
                <a16:creationId xmlns:a16="http://schemas.microsoft.com/office/drawing/2014/main" id="{1E7F0358-9B2B-1AF5-0D41-BA86931BC93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5835649"/>
            <a:ext cx="1548180" cy="1022351"/>
          </a:xfrm>
          <a:custGeom>
            <a:avLst/>
            <a:gdLst>
              <a:gd name="connsiteX0" fmla="*/ 61913 w 1548180"/>
              <a:gd name="connsiteY0" fmla="*/ 0 h 1022351"/>
              <a:gd name="connsiteX1" fmla="*/ 1548180 w 1548180"/>
              <a:gd name="connsiteY1" fmla="*/ 0 h 1022351"/>
              <a:gd name="connsiteX2" fmla="*/ 1548180 w 1548180"/>
              <a:gd name="connsiteY2" fmla="*/ 123825 h 1022351"/>
              <a:gd name="connsiteX3" fmla="*/ 123825 w 1548180"/>
              <a:gd name="connsiteY3" fmla="*/ 123825 h 1022351"/>
              <a:gd name="connsiteX4" fmla="*/ 123825 w 1548180"/>
              <a:gd name="connsiteY4" fmla="*/ 1022351 h 1022351"/>
              <a:gd name="connsiteX5" fmla="*/ 0 w 1548180"/>
              <a:gd name="connsiteY5" fmla="*/ 1022351 h 1022351"/>
              <a:gd name="connsiteX6" fmla="*/ 0 w 1548180"/>
              <a:gd name="connsiteY6" fmla="*/ 61913 h 1022351"/>
              <a:gd name="connsiteX7" fmla="*/ 61913 w 1548180"/>
              <a:gd name="connsiteY7" fmla="*/ 0 h 10223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548180" h="1022351">
                <a:moveTo>
                  <a:pt x="61913" y="0"/>
                </a:moveTo>
                <a:lnTo>
                  <a:pt x="1548180" y="0"/>
                </a:lnTo>
                <a:lnTo>
                  <a:pt x="1548180" y="123825"/>
                </a:lnTo>
                <a:lnTo>
                  <a:pt x="123825" y="123825"/>
                </a:lnTo>
                <a:lnTo>
                  <a:pt x="123825" y="1022351"/>
                </a:lnTo>
                <a:lnTo>
                  <a:pt x="0" y="1022351"/>
                </a:lnTo>
                <a:lnTo>
                  <a:pt x="0" y="61913"/>
                </a:lnTo>
                <a:cubicBezTo>
                  <a:pt x="0" y="27719"/>
                  <a:pt x="27719" y="0"/>
                  <a:pt x="61913" y="0"/>
                </a:cubicBezTo>
                <a:close/>
              </a:path>
            </a:pathLst>
          </a:custGeom>
          <a:solidFill>
            <a:schemeClr val="accent6"/>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8" name="Freeform: Shape 47">
            <a:extLst>
              <a:ext uri="{FF2B5EF4-FFF2-40B4-BE49-F238E27FC236}">
                <a16:creationId xmlns:a16="http://schemas.microsoft.com/office/drawing/2014/main" id="{4D21EB2B-F2B8-B883-1C51-22231CDDF33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418308" y="5717905"/>
            <a:ext cx="1771609" cy="1140095"/>
          </a:xfrm>
          <a:custGeom>
            <a:avLst/>
            <a:gdLst>
              <a:gd name="connsiteX0" fmla="*/ 1561721 w 1771609"/>
              <a:gd name="connsiteY0" fmla="*/ 763041 h 1140095"/>
              <a:gd name="connsiteX1" fmla="*/ 1623024 w 1771609"/>
              <a:gd name="connsiteY1" fmla="*/ 792810 h 1140095"/>
              <a:gd name="connsiteX2" fmla="*/ 1711735 w 1771609"/>
              <a:gd name="connsiteY2" fmla="*/ 970132 h 1140095"/>
              <a:gd name="connsiteX3" fmla="*/ 1771609 w 1771609"/>
              <a:gd name="connsiteY3" fmla="*/ 1140095 h 1140095"/>
              <a:gd name="connsiteX4" fmla="*/ 1637225 w 1771609"/>
              <a:gd name="connsiteY4" fmla="*/ 1140095 h 1140095"/>
              <a:gd name="connsiteX5" fmla="*/ 1594820 w 1771609"/>
              <a:gd name="connsiteY5" fmla="*/ 1019711 h 1140095"/>
              <a:gd name="connsiteX6" fmla="*/ 1513200 w 1771609"/>
              <a:gd name="connsiteY6" fmla="*/ 856627 h 1140095"/>
              <a:gd name="connsiteX7" fmla="*/ 1538499 w 1771609"/>
              <a:gd name="connsiteY7" fmla="*/ 770415 h 1140095"/>
              <a:gd name="connsiteX8" fmla="*/ 1561721 w 1771609"/>
              <a:gd name="connsiteY8" fmla="*/ 763041 h 1140095"/>
              <a:gd name="connsiteX9" fmla="*/ 933455 w 1771609"/>
              <a:gd name="connsiteY9" fmla="*/ 161309 h 1140095"/>
              <a:gd name="connsiteX10" fmla="*/ 957797 w 1771609"/>
              <a:gd name="connsiteY10" fmla="*/ 167970 h 1140095"/>
              <a:gd name="connsiteX11" fmla="*/ 1286982 w 1771609"/>
              <a:gd name="connsiteY11" fmla="*/ 387616 h 1140095"/>
              <a:gd name="connsiteX12" fmla="*/ 1293725 w 1771609"/>
              <a:gd name="connsiteY12" fmla="*/ 477075 h 1140095"/>
              <a:gd name="connsiteX13" fmla="*/ 1245453 w 1771609"/>
              <a:gd name="connsiteY13" fmla="*/ 499154 h 1140095"/>
              <a:gd name="connsiteX14" fmla="*/ 1245167 w 1771609"/>
              <a:gd name="connsiteY14" fmla="*/ 499154 h 1140095"/>
              <a:gd name="connsiteX15" fmla="*/ 1203638 w 1771609"/>
              <a:gd name="connsiteY15" fmla="*/ 484104 h 1140095"/>
              <a:gd name="connsiteX16" fmla="*/ 900647 w 1771609"/>
              <a:gd name="connsiteY16" fmla="*/ 281508 h 1140095"/>
              <a:gd name="connsiteX17" fmla="*/ 872454 w 1771609"/>
              <a:gd name="connsiteY17" fmla="*/ 196164 h 1140095"/>
              <a:gd name="connsiteX18" fmla="*/ 933455 w 1771609"/>
              <a:gd name="connsiteY18" fmla="*/ 161309 h 1140095"/>
              <a:gd name="connsiteX19" fmla="*/ 256260 w 1771609"/>
              <a:gd name="connsiteY19" fmla="*/ 29 h 1140095"/>
              <a:gd name="connsiteX20" fmla="*/ 454020 w 1771609"/>
              <a:gd name="connsiteY20" fmla="*/ 13474 h 1140095"/>
              <a:gd name="connsiteX21" fmla="*/ 509236 w 1771609"/>
              <a:gd name="connsiteY21" fmla="*/ 84182 h 1140095"/>
              <a:gd name="connsiteX22" fmla="*/ 445829 w 1771609"/>
              <a:gd name="connsiteY22" fmla="*/ 139871 h 1140095"/>
              <a:gd name="connsiteX23" fmla="*/ 437447 w 1771609"/>
              <a:gd name="connsiteY23" fmla="*/ 139395 h 1140095"/>
              <a:gd name="connsiteX24" fmla="*/ 73211 w 1771609"/>
              <a:gd name="connsiteY24" fmla="*/ 137204 h 1140095"/>
              <a:gd name="connsiteX25" fmla="*/ 749 w 1771609"/>
              <a:gd name="connsiteY25" fmla="*/ 84082 h 1140095"/>
              <a:gd name="connsiteX26" fmla="*/ 53871 w 1771609"/>
              <a:gd name="connsiteY26" fmla="*/ 11621 h 1140095"/>
              <a:gd name="connsiteX27" fmla="*/ 58352 w 1771609"/>
              <a:gd name="connsiteY27" fmla="*/ 11093 h 1140095"/>
              <a:gd name="connsiteX28" fmla="*/ 256260 w 1771609"/>
              <a:gd name="connsiteY28" fmla="*/ 29 h 11400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771609" h="1140095">
                <a:moveTo>
                  <a:pt x="1561721" y="763041"/>
                </a:moveTo>
                <a:cubicBezTo>
                  <a:pt x="1585506" y="760324"/>
                  <a:pt x="1609722" y="771249"/>
                  <a:pt x="1623024" y="792810"/>
                </a:cubicBezTo>
                <a:cubicBezTo>
                  <a:pt x="1656300" y="850065"/>
                  <a:pt x="1685920" y="909291"/>
                  <a:pt x="1711735" y="970132"/>
                </a:cubicBezTo>
                <a:lnTo>
                  <a:pt x="1771609" y="1140095"/>
                </a:lnTo>
                <a:lnTo>
                  <a:pt x="1637225" y="1140095"/>
                </a:lnTo>
                <a:lnTo>
                  <a:pt x="1594820" y="1019711"/>
                </a:lnTo>
                <a:cubicBezTo>
                  <a:pt x="1571072" y="963753"/>
                  <a:pt x="1543818" y="909282"/>
                  <a:pt x="1513200" y="856627"/>
                </a:cubicBezTo>
                <a:cubicBezTo>
                  <a:pt x="1496379" y="825834"/>
                  <a:pt x="1507704" y="787236"/>
                  <a:pt x="1538499" y="770415"/>
                </a:cubicBezTo>
                <a:cubicBezTo>
                  <a:pt x="1545912" y="766367"/>
                  <a:pt x="1553792" y="763946"/>
                  <a:pt x="1561721" y="763041"/>
                </a:cubicBezTo>
                <a:close/>
                <a:moveTo>
                  <a:pt x="933455" y="161309"/>
                </a:moveTo>
                <a:cubicBezTo>
                  <a:pt x="941693" y="161855"/>
                  <a:pt x="949959" y="164025"/>
                  <a:pt x="957797" y="167970"/>
                </a:cubicBezTo>
                <a:cubicBezTo>
                  <a:pt x="1076184" y="227289"/>
                  <a:pt x="1186759" y="301068"/>
                  <a:pt x="1286982" y="387616"/>
                </a:cubicBezTo>
                <a:cubicBezTo>
                  <a:pt x="1313547" y="410457"/>
                  <a:pt x="1316566" y="450510"/>
                  <a:pt x="1293725" y="477075"/>
                </a:cubicBezTo>
                <a:cubicBezTo>
                  <a:pt x="1281638" y="491137"/>
                  <a:pt x="1263998" y="499204"/>
                  <a:pt x="1245453" y="499154"/>
                </a:cubicBezTo>
                <a:lnTo>
                  <a:pt x="1245167" y="499154"/>
                </a:lnTo>
                <a:cubicBezTo>
                  <a:pt x="1229965" y="499301"/>
                  <a:pt x="1215220" y="493956"/>
                  <a:pt x="1203638" y="484104"/>
                </a:cubicBezTo>
                <a:cubicBezTo>
                  <a:pt x="1111407" y="404300"/>
                  <a:pt x="1009633" y="336248"/>
                  <a:pt x="900647" y="281508"/>
                </a:cubicBezTo>
                <a:cubicBezTo>
                  <a:pt x="869295" y="265726"/>
                  <a:pt x="856672" y="227516"/>
                  <a:pt x="872454" y="196164"/>
                </a:cubicBezTo>
                <a:cubicBezTo>
                  <a:pt x="884290" y="172650"/>
                  <a:pt x="908742" y="159670"/>
                  <a:pt x="933455" y="161309"/>
                </a:cubicBezTo>
                <a:close/>
                <a:moveTo>
                  <a:pt x="256260" y="29"/>
                </a:moveTo>
                <a:cubicBezTo>
                  <a:pt x="322331" y="427"/>
                  <a:pt x="388378" y="4909"/>
                  <a:pt x="454020" y="13474"/>
                </a:cubicBezTo>
                <a:cubicBezTo>
                  <a:pt x="488793" y="17752"/>
                  <a:pt x="513514" y="49409"/>
                  <a:pt x="509236" y="84182"/>
                </a:cubicBezTo>
                <a:cubicBezTo>
                  <a:pt x="505303" y="116151"/>
                  <a:pt x="478038" y="140098"/>
                  <a:pt x="445829" y="139871"/>
                </a:cubicBezTo>
                <a:cubicBezTo>
                  <a:pt x="443027" y="139899"/>
                  <a:pt x="440227" y="139740"/>
                  <a:pt x="437447" y="139395"/>
                </a:cubicBezTo>
                <a:cubicBezTo>
                  <a:pt x="316592" y="123615"/>
                  <a:pt x="194247" y="122878"/>
                  <a:pt x="73211" y="137204"/>
                </a:cubicBezTo>
                <a:cubicBezTo>
                  <a:pt x="38532" y="142545"/>
                  <a:pt x="6090" y="118762"/>
                  <a:pt x="749" y="84082"/>
                </a:cubicBezTo>
                <a:cubicBezTo>
                  <a:pt x="-4591" y="49403"/>
                  <a:pt x="19192" y="16961"/>
                  <a:pt x="53871" y="11621"/>
                </a:cubicBezTo>
                <a:cubicBezTo>
                  <a:pt x="55358" y="11392"/>
                  <a:pt x="56852" y="11216"/>
                  <a:pt x="58352" y="11093"/>
                </a:cubicBezTo>
                <a:cubicBezTo>
                  <a:pt x="124093" y="3319"/>
                  <a:pt x="190189" y="-369"/>
                  <a:pt x="256260" y="29"/>
                </a:cubicBezTo>
                <a:close/>
              </a:path>
            </a:pathLst>
          </a:custGeom>
          <a:solidFill>
            <a:schemeClr val="accent4"/>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0" name="Freeform: Shape 49">
            <a:extLst>
              <a:ext uri="{FF2B5EF4-FFF2-40B4-BE49-F238E27FC236}">
                <a16:creationId xmlns:a16="http://schemas.microsoft.com/office/drawing/2014/main" id="{4C8767D4-8503-1504-C448-D6967023FA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132972" y="6258755"/>
            <a:ext cx="1565940" cy="599245"/>
          </a:xfrm>
          <a:custGeom>
            <a:avLst/>
            <a:gdLst>
              <a:gd name="connsiteX0" fmla="*/ 782970 w 1565940"/>
              <a:gd name="connsiteY0" fmla="*/ 0 h 599245"/>
              <a:gd name="connsiteX1" fmla="*/ 1528042 w 1565940"/>
              <a:gd name="connsiteY1" fmla="*/ 480469 h 599245"/>
              <a:gd name="connsiteX2" fmla="*/ 1565940 w 1565940"/>
              <a:gd name="connsiteY2" fmla="*/ 599245 h 599245"/>
              <a:gd name="connsiteX3" fmla="*/ 0 w 1565940"/>
              <a:gd name="connsiteY3" fmla="*/ 599245 h 599245"/>
              <a:gd name="connsiteX4" fmla="*/ 37898 w 1565940"/>
              <a:gd name="connsiteY4" fmla="*/ 480469 h 599245"/>
              <a:gd name="connsiteX5" fmla="*/ 782970 w 1565940"/>
              <a:gd name="connsiteY5" fmla="*/ 0 h 5992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65940" h="599245">
                <a:moveTo>
                  <a:pt x="782970" y="0"/>
                </a:moveTo>
                <a:cubicBezTo>
                  <a:pt x="1117910" y="0"/>
                  <a:pt x="1405287" y="198118"/>
                  <a:pt x="1528042" y="480469"/>
                </a:cubicBezTo>
                <a:lnTo>
                  <a:pt x="1565940" y="599245"/>
                </a:lnTo>
                <a:lnTo>
                  <a:pt x="0" y="599245"/>
                </a:lnTo>
                <a:lnTo>
                  <a:pt x="37898" y="480469"/>
                </a:lnTo>
                <a:cubicBezTo>
                  <a:pt x="160653" y="198118"/>
                  <a:pt x="448030" y="0"/>
                  <a:pt x="782970"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46843022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929CDA4-6CFC-0A16-DE7B-94DCCF3059F8}"/>
            </a:ext>
          </a:extLst>
        </p:cNvPr>
        <p:cNvGrpSpPr/>
        <p:nvPr/>
      </p:nvGrpSpPr>
      <p:grpSpPr>
        <a:xfrm>
          <a:off x="0" y="0"/>
          <a:ext cx="0" cy="0"/>
          <a:chOff x="0" y="0"/>
          <a:chExt cx="0" cy="0"/>
        </a:xfrm>
      </p:grpSpPr>
      <p:sp>
        <p:nvSpPr>
          <p:cNvPr id="29" name="Rectangle 28">
            <a:extLst>
              <a:ext uri="{FF2B5EF4-FFF2-40B4-BE49-F238E27FC236}">
                <a16:creationId xmlns:a16="http://schemas.microsoft.com/office/drawing/2014/main" id="{204A7686-599B-36ED-A895-BAF6A52FA54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1" name="Arc 30">
            <a:extLst>
              <a:ext uri="{FF2B5EF4-FFF2-40B4-BE49-F238E27FC236}">
                <a16:creationId xmlns:a16="http://schemas.microsoft.com/office/drawing/2014/main" id="{F6197BF8-3447-A57D-A360-391AEA0660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505262" y="859948"/>
            <a:ext cx="2987899" cy="2987899"/>
          </a:xfrm>
          <a:prstGeom prst="arc">
            <a:avLst>
              <a:gd name="adj1" fmla="val 14612914"/>
              <a:gd name="adj2" fmla="val 0"/>
            </a:avLst>
          </a:prstGeom>
          <a:ln w="127000" cap="rnd">
            <a:solidFill>
              <a:schemeClr val="accent2">
                <a:lumMod val="75000"/>
              </a:schemeClr>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7D9FCD9-9178-5EA9-EF3F-692C7F82D2AB}"/>
              </a:ext>
            </a:extLst>
          </p:cNvPr>
          <p:cNvSpPr>
            <a:spLocks noGrp="1"/>
          </p:cNvSpPr>
          <p:nvPr>
            <p:ph type="title"/>
          </p:nvPr>
        </p:nvSpPr>
        <p:spPr>
          <a:xfrm>
            <a:off x="838200" y="643467"/>
            <a:ext cx="2951205" cy="5571066"/>
          </a:xfrm>
        </p:spPr>
        <p:txBody>
          <a:bodyPr>
            <a:normAutofit/>
          </a:bodyPr>
          <a:lstStyle/>
          <a:p>
            <a:r>
              <a:rPr lang="en-GB">
                <a:solidFill>
                  <a:srgbClr val="FFFFFF"/>
                </a:solidFill>
              </a:rPr>
              <a:t>Islam</a:t>
            </a:r>
          </a:p>
        </p:txBody>
      </p:sp>
      <p:sp>
        <p:nvSpPr>
          <p:cNvPr id="33" name="Rectangle: Rounded Corners 32">
            <a:extLst>
              <a:ext uri="{FF2B5EF4-FFF2-40B4-BE49-F238E27FC236}">
                <a16:creationId xmlns:a16="http://schemas.microsoft.com/office/drawing/2014/main" id="{320DF81D-57C3-4822-A539-A46079F0B6E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85452" y="434266"/>
            <a:ext cx="7217701" cy="5922084"/>
          </a:xfrm>
          <a:prstGeom prst="roundRect">
            <a:avLst>
              <a:gd name="adj" fmla="val 3174"/>
            </a:avLst>
          </a:prstGeom>
          <a:solidFill>
            <a:schemeClr val="bg1">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aphicFrame>
        <p:nvGraphicFramePr>
          <p:cNvPr id="5" name="Content Placeholder 2">
            <a:extLst>
              <a:ext uri="{FF2B5EF4-FFF2-40B4-BE49-F238E27FC236}">
                <a16:creationId xmlns:a16="http://schemas.microsoft.com/office/drawing/2014/main" id="{9ADDB306-9E64-C50A-E2FD-3D5D0F967712}"/>
              </a:ext>
            </a:extLst>
          </p:cNvPr>
          <p:cNvGraphicFramePr>
            <a:graphicFrameLocks noGrp="1"/>
          </p:cNvGraphicFramePr>
          <p:nvPr>
            <p:ph idx="1"/>
            <p:extLst>
              <p:ext uri="{D42A27DB-BD31-4B8C-83A1-F6EECF244321}">
                <p14:modId xmlns:p14="http://schemas.microsoft.com/office/powerpoint/2010/main" val="1062682151"/>
              </p:ext>
            </p:extLst>
          </p:nvPr>
        </p:nvGraphicFramePr>
        <p:xfrm>
          <a:off x="4763911" y="609600"/>
          <a:ext cx="6735443" cy="556460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3730120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8597115-B2E4-FF78-AEBF-19A04DC2945F}"/>
            </a:ext>
          </a:extLst>
        </p:cNvPr>
        <p:cNvGrpSpPr/>
        <p:nvPr/>
      </p:nvGrpSpPr>
      <p:grpSpPr>
        <a:xfrm>
          <a:off x="0" y="0"/>
          <a:ext cx="0" cy="0"/>
          <a:chOff x="0" y="0"/>
          <a:chExt cx="0" cy="0"/>
        </a:xfrm>
      </p:grpSpPr>
      <p:sp useBgFill="1">
        <p:nvSpPr>
          <p:cNvPr id="36" name="Rectangle 35">
            <a:extLst>
              <a:ext uri="{FF2B5EF4-FFF2-40B4-BE49-F238E27FC236}">
                <a16:creationId xmlns:a16="http://schemas.microsoft.com/office/drawing/2014/main" id="{87B78982-2E79-A14A-D88D-29B13493FA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8" name="Rectangle: Rounded Corners 37">
            <a:extLst>
              <a:ext uri="{FF2B5EF4-FFF2-40B4-BE49-F238E27FC236}">
                <a16:creationId xmlns:a16="http://schemas.microsoft.com/office/drawing/2014/main" id="{82755588-DB85-0534-6397-AB74E6B1A4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40546" y="1011045"/>
            <a:ext cx="4369859" cy="4369859"/>
          </a:xfrm>
          <a:prstGeom prst="roundRect">
            <a:avLst>
              <a:gd name="adj" fmla="val 2757"/>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F63CC59F-6FE1-EB37-8539-A82CD54948CC}"/>
              </a:ext>
            </a:extLst>
          </p:cNvPr>
          <p:cNvSpPr>
            <a:spLocks noGrp="1"/>
          </p:cNvSpPr>
          <p:nvPr>
            <p:ph type="title"/>
          </p:nvPr>
        </p:nvSpPr>
        <p:spPr>
          <a:xfrm>
            <a:off x="956826" y="1112969"/>
            <a:ext cx="3937298" cy="4166010"/>
          </a:xfrm>
        </p:spPr>
        <p:txBody>
          <a:bodyPr>
            <a:normAutofit/>
          </a:bodyPr>
          <a:lstStyle/>
          <a:p>
            <a:pPr lvl="0"/>
            <a:r>
              <a:rPr lang="en-US" sz="4400">
                <a:solidFill>
                  <a:schemeClr val="bg1"/>
                </a:solidFill>
              </a:rPr>
              <a:t>The life of the prophet</a:t>
            </a:r>
          </a:p>
        </p:txBody>
      </p:sp>
      <p:sp>
        <p:nvSpPr>
          <p:cNvPr id="40" name="Freeform: Shape 39">
            <a:extLst>
              <a:ext uri="{FF2B5EF4-FFF2-40B4-BE49-F238E27FC236}">
                <a16:creationId xmlns:a16="http://schemas.microsoft.com/office/drawing/2014/main" id="{9D6838F8-83FB-BEBA-6883-060BD94310C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530529" y="0"/>
            <a:ext cx="1155142" cy="591009"/>
          </a:xfrm>
          <a:custGeom>
            <a:avLst/>
            <a:gdLst>
              <a:gd name="connsiteX0" fmla="*/ 1355 w 1155142"/>
              <a:gd name="connsiteY0" fmla="*/ 0 h 591009"/>
              <a:gd name="connsiteX1" fmla="*/ 1153787 w 1155142"/>
              <a:gd name="connsiteY1" fmla="*/ 0 h 591009"/>
              <a:gd name="connsiteX2" fmla="*/ 1155142 w 1155142"/>
              <a:gd name="connsiteY2" fmla="*/ 13438 h 591009"/>
              <a:gd name="connsiteX3" fmla="*/ 577571 w 1155142"/>
              <a:gd name="connsiteY3" fmla="*/ 591009 h 591009"/>
              <a:gd name="connsiteX4" fmla="*/ 0 w 1155142"/>
              <a:gd name="connsiteY4" fmla="*/ 13438 h 5910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5142" h="591009">
                <a:moveTo>
                  <a:pt x="1355" y="0"/>
                </a:moveTo>
                <a:lnTo>
                  <a:pt x="1153787" y="0"/>
                </a:lnTo>
                <a:lnTo>
                  <a:pt x="1155142" y="13438"/>
                </a:lnTo>
                <a:cubicBezTo>
                  <a:pt x="1155142" y="332422"/>
                  <a:pt x="896555" y="591009"/>
                  <a:pt x="577571" y="591009"/>
                </a:cubicBezTo>
                <a:cubicBezTo>
                  <a:pt x="258587" y="591009"/>
                  <a:pt x="0" y="332422"/>
                  <a:pt x="0" y="13438"/>
                </a:cubicBez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2" name="Freeform: Shape 41">
            <a:extLst>
              <a:ext uri="{FF2B5EF4-FFF2-40B4-BE49-F238E27FC236}">
                <a16:creationId xmlns:a16="http://schemas.microsoft.com/office/drawing/2014/main" id="{2848CEBD-2AF2-E028-C153-E46DD0ACF12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961511" y="-1"/>
            <a:ext cx="1737401" cy="959536"/>
          </a:xfrm>
          <a:custGeom>
            <a:avLst/>
            <a:gdLst>
              <a:gd name="connsiteX0" fmla="*/ 0 w 1737401"/>
              <a:gd name="connsiteY0" fmla="*/ 0 h 959536"/>
              <a:gd name="connsiteX1" fmla="*/ 123825 w 1737401"/>
              <a:gd name="connsiteY1" fmla="*/ 0 h 959536"/>
              <a:gd name="connsiteX2" fmla="*/ 123825 w 1737401"/>
              <a:gd name="connsiteY2" fmla="*/ 790277 h 959536"/>
              <a:gd name="connsiteX3" fmla="*/ 1490095 w 1737401"/>
              <a:gd name="connsiteY3" fmla="*/ 0 h 959536"/>
              <a:gd name="connsiteX4" fmla="*/ 1737401 w 1737401"/>
              <a:gd name="connsiteY4" fmla="*/ 0 h 959536"/>
              <a:gd name="connsiteX5" fmla="*/ 92869 w 1737401"/>
              <a:gd name="connsiteY5" fmla="*/ 951249 h 959536"/>
              <a:gd name="connsiteX6" fmla="*/ 61913 w 1737401"/>
              <a:gd name="connsiteY6" fmla="*/ 959536 h 959536"/>
              <a:gd name="connsiteX7" fmla="*/ 0 w 1737401"/>
              <a:gd name="connsiteY7" fmla="*/ 897624 h 959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37401" h="959536">
                <a:moveTo>
                  <a:pt x="0" y="0"/>
                </a:moveTo>
                <a:lnTo>
                  <a:pt x="123825" y="0"/>
                </a:lnTo>
                <a:lnTo>
                  <a:pt x="123825" y="790277"/>
                </a:lnTo>
                <a:lnTo>
                  <a:pt x="1490095" y="0"/>
                </a:lnTo>
                <a:lnTo>
                  <a:pt x="1737401" y="0"/>
                </a:lnTo>
                <a:lnTo>
                  <a:pt x="92869" y="951249"/>
                </a:lnTo>
                <a:cubicBezTo>
                  <a:pt x="83458" y="956688"/>
                  <a:pt x="72780" y="959546"/>
                  <a:pt x="61913" y="959536"/>
                </a:cubicBezTo>
                <a:cubicBezTo>
                  <a:pt x="27719" y="959536"/>
                  <a:pt x="0" y="931818"/>
                  <a:pt x="0" y="897624"/>
                </a:cubicBezTo>
                <a:close/>
              </a:path>
            </a:pathLst>
          </a:custGeom>
          <a:solidFill>
            <a:schemeClr val="accent6"/>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4" name="Freeform: Shape 43">
            <a:extLst>
              <a:ext uri="{FF2B5EF4-FFF2-40B4-BE49-F238E27FC236}">
                <a16:creationId xmlns:a16="http://schemas.microsoft.com/office/drawing/2014/main" id="{84268177-701B-5505-B96B-6D4A8A38244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2936831"/>
            <a:ext cx="159741" cy="552996"/>
          </a:xfrm>
          <a:custGeom>
            <a:avLst/>
            <a:gdLst>
              <a:gd name="connsiteX0" fmla="*/ 159741 w 159741"/>
              <a:gd name="connsiteY0" fmla="*/ 0 h 552996"/>
              <a:gd name="connsiteX1" fmla="*/ 159741 w 159741"/>
              <a:gd name="connsiteY1" fmla="*/ 552996 h 552996"/>
              <a:gd name="connsiteX2" fmla="*/ 141849 w 159741"/>
              <a:gd name="connsiteY2" fmla="*/ 543285 h 552996"/>
              <a:gd name="connsiteX3" fmla="*/ 0 w 159741"/>
              <a:gd name="connsiteY3" fmla="*/ 276498 h 552996"/>
              <a:gd name="connsiteX4" fmla="*/ 141849 w 159741"/>
              <a:gd name="connsiteY4" fmla="*/ 9711 h 5529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9741" h="552996">
                <a:moveTo>
                  <a:pt x="159741" y="0"/>
                </a:moveTo>
                <a:lnTo>
                  <a:pt x="159741" y="552996"/>
                </a:lnTo>
                <a:lnTo>
                  <a:pt x="141849" y="543285"/>
                </a:lnTo>
                <a:cubicBezTo>
                  <a:pt x="56268" y="485467"/>
                  <a:pt x="0" y="387554"/>
                  <a:pt x="0" y="276498"/>
                </a:cubicBezTo>
                <a:cubicBezTo>
                  <a:pt x="0" y="165443"/>
                  <a:pt x="56268" y="67529"/>
                  <a:pt x="141849" y="9711"/>
                </a:cubicBezTo>
                <a:close/>
              </a:path>
            </a:pathLst>
          </a:custGeom>
          <a:solidFill>
            <a:schemeClr val="accent4"/>
          </a:solidFill>
          <a:ln w="12700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Content Placeholder 2">
            <a:extLst>
              <a:ext uri="{FF2B5EF4-FFF2-40B4-BE49-F238E27FC236}">
                <a16:creationId xmlns:a16="http://schemas.microsoft.com/office/drawing/2014/main" id="{2FBC0158-D781-015E-BC50-8F47FCB0A82D}"/>
              </a:ext>
            </a:extLst>
          </p:cNvPr>
          <p:cNvSpPr>
            <a:spLocks noGrp="1"/>
          </p:cNvSpPr>
          <p:nvPr>
            <p:ph idx="1"/>
          </p:nvPr>
        </p:nvSpPr>
        <p:spPr>
          <a:xfrm>
            <a:off x="6096000" y="2238702"/>
            <a:ext cx="5257799" cy="3471527"/>
          </a:xfrm>
        </p:spPr>
        <p:txBody>
          <a:bodyPr anchor="t">
            <a:normAutofit/>
          </a:bodyPr>
          <a:lstStyle/>
          <a:p>
            <a:r>
              <a:rPr lang="en-GB"/>
              <a:t>What were the key events?</a:t>
            </a:r>
          </a:p>
          <a:p>
            <a:pPr lvl="1"/>
            <a:r>
              <a:rPr lang="en-GB">
                <a:solidFill>
                  <a:srgbClr val="FF0000"/>
                </a:solidFill>
              </a:rPr>
              <a:t>Draw a timeline!</a:t>
            </a:r>
          </a:p>
        </p:txBody>
      </p:sp>
      <p:sp>
        <p:nvSpPr>
          <p:cNvPr id="46" name="Freeform: Shape 45">
            <a:extLst>
              <a:ext uri="{FF2B5EF4-FFF2-40B4-BE49-F238E27FC236}">
                <a16:creationId xmlns:a16="http://schemas.microsoft.com/office/drawing/2014/main" id="{D3562A3B-C79E-C5D7-1CEF-460824A9589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5835649"/>
            <a:ext cx="1548180" cy="1022351"/>
          </a:xfrm>
          <a:custGeom>
            <a:avLst/>
            <a:gdLst>
              <a:gd name="connsiteX0" fmla="*/ 61913 w 1548180"/>
              <a:gd name="connsiteY0" fmla="*/ 0 h 1022351"/>
              <a:gd name="connsiteX1" fmla="*/ 1548180 w 1548180"/>
              <a:gd name="connsiteY1" fmla="*/ 0 h 1022351"/>
              <a:gd name="connsiteX2" fmla="*/ 1548180 w 1548180"/>
              <a:gd name="connsiteY2" fmla="*/ 123825 h 1022351"/>
              <a:gd name="connsiteX3" fmla="*/ 123825 w 1548180"/>
              <a:gd name="connsiteY3" fmla="*/ 123825 h 1022351"/>
              <a:gd name="connsiteX4" fmla="*/ 123825 w 1548180"/>
              <a:gd name="connsiteY4" fmla="*/ 1022351 h 1022351"/>
              <a:gd name="connsiteX5" fmla="*/ 0 w 1548180"/>
              <a:gd name="connsiteY5" fmla="*/ 1022351 h 1022351"/>
              <a:gd name="connsiteX6" fmla="*/ 0 w 1548180"/>
              <a:gd name="connsiteY6" fmla="*/ 61913 h 1022351"/>
              <a:gd name="connsiteX7" fmla="*/ 61913 w 1548180"/>
              <a:gd name="connsiteY7" fmla="*/ 0 h 10223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548180" h="1022351">
                <a:moveTo>
                  <a:pt x="61913" y="0"/>
                </a:moveTo>
                <a:lnTo>
                  <a:pt x="1548180" y="0"/>
                </a:lnTo>
                <a:lnTo>
                  <a:pt x="1548180" y="123825"/>
                </a:lnTo>
                <a:lnTo>
                  <a:pt x="123825" y="123825"/>
                </a:lnTo>
                <a:lnTo>
                  <a:pt x="123825" y="1022351"/>
                </a:lnTo>
                <a:lnTo>
                  <a:pt x="0" y="1022351"/>
                </a:lnTo>
                <a:lnTo>
                  <a:pt x="0" y="61913"/>
                </a:lnTo>
                <a:cubicBezTo>
                  <a:pt x="0" y="27719"/>
                  <a:pt x="27719" y="0"/>
                  <a:pt x="61913" y="0"/>
                </a:cubicBezTo>
                <a:close/>
              </a:path>
            </a:pathLst>
          </a:custGeom>
          <a:solidFill>
            <a:schemeClr val="accent6"/>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8" name="Freeform: Shape 47">
            <a:extLst>
              <a:ext uri="{FF2B5EF4-FFF2-40B4-BE49-F238E27FC236}">
                <a16:creationId xmlns:a16="http://schemas.microsoft.com/office/drawing/2014/main" id="{F9920CE2-32FE-4FCE-A225-F0E3528588A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418308" y="5717905"/>
            <a:ext cx="1771609" cy="1140095"/>
          </a:xfrm>
          <a:custGeom>
            <a:avLst/>
            <a:gdLst>
              <a:gd name="connsiteX0" fmla="*/ 1561721 w 1771609"/>
              <a:gd name="connsiteY0" fmla="*/ 763041 h 1140095"/>
              <a:gd name="connsiteX1" fmla="*/ 1623024 w 1771609"/>
              <a:gd name="connsiteY1" fmla="*/ 792810 h 1140095"/>
              <a:gd name="connsiteX2" fmla="*/ 1711735 w 1771609"/>
              <a:gd name="connsiteY2" fmla="*/ 970132 h 1140095"/>
              <a:gd name="connsiteX3" fmla="*/ 1771609 w 1771609"/>
              <a:gd name="connsiteY3" fmla="*/ 1140095 h 1140095"/>
              <a:gd name="connsiteX4" fmla="*/ 1637225 w 1771609"/>
              <a:gd name="connsiteY4" fmla="*/ 1140095 h 1140095"/>
              <a:gd name="connsiteX5" fmla="*/ 1594820 w 1771609"/>
              <a:gd name="connsiteY5" fmla="*/ 1019711 h 1140095"/>
              <a:gd name="connsiteX6" fmla="*/ 1513200 w 1771609"/>
              <a:gd name="connsiteY6" fmla="*/ 856627 h 1140095"/>
              <a:gd name="connsiteX7" fmla="*/ 1538499 w 1771609"/>
              <a:gd name="connsiteY7" fmla="*/ 770415 h 1140095"/>
              <a:gd name="connsiteX8" fmla="*/ 1561721 w 1771609"/>
              <a:gd name="connsiteY8" fmla="*/ 763041 h 1140095"/>
              <a:gd name="connsiteX9" fmla="*/ 933455 w 1771609"/>
              <a:gd name="connsiteY9" fmla="*/ 161309 h 1140095"/>
              <a:gd name="connsiteX10" fmla="*/ 957797 w 1771609"/>
              <a:gd name="connsiteY10" fmla="*/ 167970 h 1140095"/>
              <a:gd name="connsiteX11" fmla="*/ 1286982 w 1771609"/>
              <a:gd name="connsiteY11" fmla="*/ 387616 h 1140095"/>
              <a:gd name="connsiteX12" fmla="*/ 1293725 w 1771609"/>
              <a:gd name="connsiteY12" fmla="*/ 477075 h 1140095"/>
              <a:gd name="connsiteX13" fmla="*/ 1245453 w 1771609"/>
              <a:gd name="connsiteY13" fmla="*/ 499154 h 1140095"/>
              <a:gd name="connsiteX14" fmla="*/ 1245167 w 1771609"/>
              <a:gd name="connsiteY14" fmla="*/ 499154 h 1140095"/>
              <a:gd name="connsiteX15" fmla="*/ 1203638 w 1771609"/>
              <a:gd name="connsiteY15" fmla="*/ 484104 h 1140095"/>
              <a:gd name="connsiteX16" fmla="*/ 900647 w 1771609"/>
              <a:gd name="connsiteY16" fmla="*/ 281508 h 1140095"/>
              <a:gd name="connsiteX17" fmla="*/ 872454 w 1771609"/>
              <a:gd name="connsiteY17" fmla="*/ 196164 h 1140095"/>
              <a:gd name="connsiteX18" fmla="*/ 933455 w 1771609"/>
              <a:gd name="connsiteY18" fmla="*/ 161309 h 1140095"/>
              <a:gd name="connsiteX19" fmla="*/ 256260 w 1771609"/>
              <a:gd name="connsiteY19" fmla="*/ 29 h 1140095"/>
              <a:gd name="connsiteX20" fmla="*/ 454020 w 1771609"/>
              <a:gd name="connsiteY20" fmla="*/ 13474 h 1140095"/>
              <a:gd name="connsiteX21" fmla="*/ 509236 w 1771609"/>
              <a:gd name="connsiteY21" fmla="*/ 84182 h 1140095"/>
              <a:gd name="connsiteX22" fmla="*/ 445829 w 1771609"/>
              <a:gd name="connsiteY22" fmla="*/ 139871 h 1140095"/>
              <a:gd name="connsiteX23" fmla="*/ 437447 w 1771609"/>
              <a:gd name="connsiteY23" fmla="*/ 139395 h 1140095"/>
              <a:gd name="connsiteX24" fmla="*/ 73211 w 1771609"/>
              <a:gd name="connsiteY24" fmla="*/ 137204 h 1140095"/>
              <a:gd name="connsiteX25" fmla="*/ 749 w 1771609"/>
              <a:gd name="connsiteY25" fmla="*/ 84082 h 1140095"/>
              <a:gd name="connsiteX26" fmla="*/ 53871 w 1771609"/>
              <a:gd name="connsiteY26" fmla="*/ 11621 h 1140095"/>
              <a:gd name="connsiteX27" fmla="*/ 58352 w 1771609"/>
              <a:gd name="connsiteY27" fmla="*/ 11093 h 1140095"/>
              <a:gd name="connsiteX28" fmla="*/ 256260 w 1771609"/>
              <a:gd name="connsiteY28" fmla="*/ 29 h 11400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771609" h="1140095">
                <a:moveTo>
                  <a:pt x="1561721" y="763041"/>
                </a:moveTo>
                <a:cubicBezTo>
                  <a:pt x="1585506" y="760324"/>
                  <a:pt x="1609722" y="771249"/>
                  <a:pt x="1623024" y="792810"/>
                </a:cubicBezTo>
                <a:cubicBezTo>
                  <a:pt x="1656300" y="850065"/>
                  <a:pt x="1685920" y="909291"/>
                  <a:pt x="1711735" y="970132"/>
                </a:cubicBezTo>
                <a:lnTo>
                  <a:pt x="1771609" y="1140095"/>
                </a:lnTo>
                <a:lnTo>
                  <a:pt x="1637225" y="1140095"/>
                </a:lnTo>
                <a:lnTo>
                  <a:pt x="1594820" y="1019711"/>
                </a:lnTo>
                <a:cubicBezTo>
                  <a:pt x="1571072" y="963753"/>
                  <a:pt x="1543818" y="909282"/>
                  <a:pt x="1513200" y="856627"/>
                </a:cubicBezTo>
                <a:cubicBezTo>
                  <a:pt x="1496379" y="825834"/>
                  <a:pt x="1507704" y="787236"/>
                  <a:pt x="1538499" y="770415"/>
                </a:cubicBezTo>
                <a:cubicBezTo>
                  <a:pt x="1545912" y="766367"/>
                  <a:pt x="1553792" y="763946"/>
                  <a:pt x="1561721" y="763041"/>
                </a:cubicBezTo>
                <a:close/>
                <a:moveTo>
                  <a:pt x="933455" y="161309"/>
                </a:moveTo>
                <a:cubicBezTo>
                  <a:pt x="941693" y="161855"/>
                  <a:pt x="949959" y="164025"/>
                  <a:pt x="957797" y="167970"/>
                </a:cubicBezTo>
                <a:cubicBezTo>
                  <a:pt x="1076184" y="227289"/>
                  <a:pt x="1186759" y="301068"/>
                  <a:pt x="1286982" y="387616"/>
                </a:cubicBezTo>
                <a:cubicBezTo>
                  <a:pt x="1313547" y="410457"/>
                  <a:pt x="1316566" y="450510"/>
                  <a:pt x="1293725" y="477075"/>
                </a:cubicBezTo>
                <a:cubicBezTo>
                  <a:pt x="1281638" y="491137"/>
                  <a:pt x="1263998" y="499204"/>
                  <a:pt x="1245453" y="499154"/>
                </a:cubicBezTo>
                <a:lnTo>
                  <a:pt x="1245167" y="499154"/>
                </a:lnTo>
                <a:cubicBezTo>
                  <a:pt x="1229965" y="499301"/>
                  <a:pt x="1215220" y="493956"/>
                  <a:pt x="1203638" y="484104"/>
                </a:cubicBezTo>
                <a:cubicBezTo>
                  <a:pt x="1111407" y="404300"/>
                  <a:pt x="1009633" y="336248"/>
                  <a:pt x="900647" y="281508"/>
                </a:cubicBezTo>
                <a:cubicBezTo>
                  <a:pt x="869295" y="265726"/>
                  <a:pt x="856672" y="227516"/>
                  <a:pt x="872454" y="196164"/>
                </a:cubicBezTo>
                <a:cubicBezTo>
                  <a:pt x="884290" y="172650"/>
                  <a:pt x="908742" y="159670"/>
                  <a:pt x="933455" y="161309"/>
                </a:cubicBezTo>
                <a:close/>
                <a:moveTo>
                  <a:pt x="256260" y="29"/>
                </a:moveTo>
                <a:cubicBezTo>
                  <a:pt x="322331" y="427"/>
                  <a:pt x="388378" y="4909"/>
                  <a:pt x="454020" y="13474"/>
                </a:cubicBezTo>
                <a:cubicBezTo>
                  <a:pt x="488793" y="17752"/>
                  <a:pt x="513514" y="49409"/>
                  <a:pt x="509236" y="84182"/>
                </a:cubicBezTo>
                <a:cubicBezTo>
                  <a:pt x="505303" y="116151"/>
                  <a:pt x="478038" y="140098"/>
                  <a:pt x="445829" y="139871"/>
                </a:cubicBezTo>
                <a:cubicBezTo>
                  <a:pt x="443027" y="139899"/>
                  <a:pt x="440227" y="139740"/>
                  <a:pt x="437447" y="139395"/>
                </a:cubicBezTo>
                <a:cubicBezTo>
                  <a:pt x="316592" y="123615"/>
                  <a:pt x="194247" y="122878"/>
                  <a:pt x="73211" y="137204"/>
                </a:cubicBezTo>
                <a:cubicBezTo>
                  <a:pt x="38532" y="142545"/>
                  <a:pt x="6090" y="118762"/>
                  <a:pt x="749" y="84082"/>
                </a:cubicBezTo>
                <a:cubicBezTo>
                  <a:pt x="-4591" y="49403"/>
                  <a:pt x="19192" y="16961"/>
                  <a:pt x="53871" y="11621"/>
                </a:cubicBezTo>
                <a:cubicBezTo>
                  <a:pt x="55358" y="11392"/>
                  <a:pt x="56852" y="11216"/>
                  <a:pt x="58352" y="11093"/>
                </a:cubicBezTo>
                <a:cubicBezTo>
                  <a:pt x="124093" y="3319"/>
                  <a:pt x="190189" y="-369"/>
                  <a:pt x="256260" y="29"/>
                </a:cubicBezTo>
                <a:close/>
              </a:path>
            </a:pathLst>
          </a:custGeom>
          <a:solidFill>
            <a:schemeClr val="accent4"/>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0" name="Freeform: Shape 49">
            <a:extLst>
              <a:ext uri="{FF2B5EF4-FFF2-40B4-BE49-F238E27FC236}">
                <a16:creationId xmlns:a16="http://schemas.microsoft.com/office/drawing/2014/main" id="{29674CF0-018B-3490-24FB-B4498C1BCC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132972" y="6258755"/>
            <a:ext cx="1565940" cy="599245"/>
          </a:xfrm>
          <a:custGeom>
            <a:avLst/>
            <a:gdLst>
              <a:gd name="connsiteX0" fmla="*/ 782970 w 1565940"/>
              <a:gd name="connsiteY0" fmla="*/ 0 h 599245"/>
              <a:gd name="connsiteX1" fmla="*/ 1528042 w 1565940"/>
              <a:gd name="connsiteY1" fmla="*/ 480469 h 599245"/>
              <a:gd name="connsiteX2" fmla="*/ 1565940 w 1565940"/>
              <a:gd name="connsiteY2" fmla="*/ 599245 h 599245"/>
              <a:gd name="connsiteX3" fmla="*/ 0 w 1565940"/>
              <a:gd name="connsiteY3" fmla="*/ 599245 h 599245"/>
              <a:gd name="connsiteX4" fmla="*/ 37898 w 1565940"/>
              <a:gd name="connsiteY4" fmla="*/ 480469 h 599245"/>
              <a:gd name="connsiteX5" fmla="*/ 782970 w 1565940"/>
              <a:gd name="connsiteY5" fmla="*/ 0 h 5992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65940" h="599245">
                <a:moveTo>
                  <a:pt x="782970" y="0"/>
                </a:moveTo>
                <a:cubicBezTo>
                  <a:pt x="1117910" y="0"/>
                  <a:pt x="1405287" y="198118"/>
                  <a:pt x="1528042" y="480469"/>
                </a:cubicBezTo>
                <a:lnTo>
                  <a:pt x="1565940" y="599245"/>
                </a:lnTo>
                <a:lnTo>
                  <a:pt x="0" y="599245"/>
                </a:lnTo>
                <a:lnTo>
                  <a:pt x="37898" y="480469"/>
                </a:lnTo>
                <a:cubicBezTo>
                  <a:pt x="160653" y="198118"/>
                  <a:pt x="448030" y="0"/>
                  <a:pt x="782970"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17353515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009CDD9-D66C-3359-A160-1AD535053499}"/>
            </a:ext>
          </a:extLst>
        </p:cNvPr>
        <p:cNvGrpSpPr/>
        <p:nvPr/>
      </p:nvGrpSpPr>
      <p:grpSpPr>
        <a:xfrm>
          <a:off x="0" y="0"/>
          <a:ext cx="0" cy="0"/>
          <a:chOff x="0" y="0"/>
          <a:chExt cx="0" cy="0"/>
        </a:xfrm>
      </p:grpSpPr>
      <p:sp useBgFill="1">
        <p:nvSpPr>
          <p:cNvPr id="36" name="Rectangle 35">
            <a:extLst>
              <a:ext uri="{FF2B5EF4-FFF2-40B4-BE49-F238E27FC236}">
                <a16:creationId xmlns:a16="http://schemas.microsoft.com/office/drawing/2014/main" id="{11241EDC-DDE8-8D95-CEC0-BCFB322BA2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8" name="Rectangle: Rounded Corners 37">
            <a:extLst>
              <a:ext uri="{FF2B5EF4-FFF2-40B4-BE49-F238E27FC236}">
                <a16:creationId xmlns:a16="http://schemas.microsoft.com/office/drawing/2014/main" id="{C1E7EA66-8E9F-D3FA-FEA3-0C8E0418EE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40546" y="1011045"/>
            <a:ext cx="4369859" cy="4369859"/>
          </a:xfrm>
          <a:prstGeom prst="roundRect">
            <a:avLst>
              <a:gd name="adj" fmla="val 2757"/>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5BC5E076-9AEC-5364-47F7-E75F2978FBC0}"/>
              </a:ext>
            </a:extLst>
          </p:cNvPr>
          <p:cNvSpPr>
            <a:spLocks noGrp="1"/>
          </p:cNvSpPr>
          <p:nvPr>
            <p:ph type="title"/>
          </p:nvPr>
        </p:nvSpPr>
        <p:spPr>
          <a:xfrm>
            <a:off x="956826" y="1112969"/>
            <a:ext cx="3937298" cy="4166010"/>
          </a:xfrm>
        </p:spPr>
        <p:txBody>
          <a:bodyPr>
            <a:normAutofit/>
          </a:bodyPr>
          <a:lstStyle/>
          <a:p>
            <a:pPr lvl="0"/>
            <a:r>
              <a:rPr lang="en-US" sz="4400">
                <a:solidFill>
                  <a:schemeClr val="bg1"/>
                </a:solidFill>
              </a:rPr>
              <a:t>Rightly Guided Caliphs</a:t>
            </a:r>
          </a:p>
        </p:txBody>
      </p:sp>
      <p:sp>
        <p:nvSpPr>
          <p:cNvPr id="40" name="Freeform: Shape 39">
            <a:extLst>
              <a:ext uri="{FF2B5EF4-FFF2-40B4-BE49-F238E27FC236}">
                <a16:creationId xmlns:a16="http://schemas.microsoft.com/office/drawing/2014/main" id="{9DD3F17A-28FE-AC91-DB5A-DC751CCD73A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530529" y="0"/>
            <a:ext cx="1155142" cy="591009"/>
          </a:xfrm>
          <a:custGeom>
            <a:avLst/>
            <a:gdLst>
              <a:gd name="connsiteX0" fmla="*/ 1355 w 1155142"/>
              <a:gd name="connsiteY0" fmla="*/ 0 h 591009"/>
              <a:gd name="connsiteX1" fmla="*/ 1153787 w 1155142"/>
              <a:gd name="connsiteY1" fmla="*/ 0 h 591009"/>
              <a:gd name="connsiteX2" fmla="*/ 1155142 w 1155142"/>
              <a:gd name="connsiteY2" fmla="*/ 13438 h 591009"/>
              <a:gd name="connsiteX3" fmla="*/ 577571 w 1155142"/>
              <a:gd name="connsiteY3" fmla="*/ 591009 h 591009"/>
              <a:gd name="connsiteX4" fmla="*/ 0 w 1155142"/>
              <a:gd name="connsiteY4" fmla="*/ 13438 h 5910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5142" h="591009">
                <a:moveTo>
                  <a:pt x="1355" y="0"/>
                </a:moveTo>
                <a:lnTo>
                  <a:pt x="1153787" y="0"/>
                </a:lnTo>
                <a:lnTo>
                  <a:pt x="1155142" y="13438"/>
                </a:lnTo>
                <a:cubicBezTo>
                  <a:pt x="1155142" y="332422"/>
                  <a:pt x="896555" y="591009"/>
                  <a:pt x="577571" y="591009"/>
                </a:cubicBezTo>
                <a:cubicBezTo>
                  <a:pt x="258587" y="591009"/>
                  <a:pt x="0" y="332422"/>
                  <a:pt x="0" y="13438"/>
                </a:cubicBez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2" name="Freeform: Shape 41">
            <a:extLst>
              <a:ext uri="{FF2B5EF4-FFF2-40B4-BE49-F238E27FC236}">
                <a16:creationId xmlns:a16="http://schemas.microsoft.com/office/drawing/2014/main" id="{B479D000-95AB-3CAF-3A76-80864A1841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961511" y="-1"/>
            <a:ext cx="1737401" cy="959536"/>
          </a:xfrm>
          <a:custGeom>
            <a:avLst/>
            <a:gdLst>
              <a:gd name="connsiteX0" fmla="*/ 0 w 1737401"/>
              <a:gd name="connsiteY0" fmla="*/ 0 h 959536"/>
              <a:gd name="connsiteX1" fmla="*/ 123825 w 1737401"/>
              <a:gd name="connsiteY1" fmla="*/ 0 h 959536"/>
              <a:gd name="connsiteX2" fmla="*/ 123825 w 1737401"/>
              <a:gd name="connsiteY2" fmla="*/ 790277 h 959536"/>
              <a:gd name="connsiteX3" fmla="*/ 1490095 w 1737401"/>
              <a:gd name="connsiteY3" fmla="*/ 0 h 959536"/>
              <a:gd name="connsiteX4" fmla="*/ 1737401 w 1737401"/>
              <a:gd name="connsiteY4" fmla="*/ 0 h 959536"/>
              <a:gd name="connsiteX5" fmla="*/ 92869 w 1737401"/>
              <a:gd name="connsiteY5" fmla="*/ 951249 h 959536"/>
              <a:gd name="connsiteX6" fmla="*/ 61913 w 1737401"/>
              <a:gd name="connsiteY6" fmla="*/ 959536 h 959536"/>
              <a:gd name="connsiteX7" fmla="*/ 0 w 1737401"/>
              <a:gd name="connsiteY7" fmla="*/ 897624 h 959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37401" h="959536">
                <a:moveTo>
                  <a:pt x="0" y="0"/>
                </a:moveTo>
                <a:lnTo>
                  <a:pt x="123825" y="0"/>
                </a:lnTo>
                <a:lnTo>
                  <a:pt x="123825" y="790277"/>
                </a:lnTo>
                <a:lnTo>
                  <a:pt x="1490095" y="0"/>
                </a:lnTo>
                <a:lnTo>
                  <a:pt x="1737401" y="0"/>
                </a:lnTo>
                <a:lnTo>
                  <a:pt x="92869" y="951249"/>
                </a:lnTo>
                <a:cubicBezTo>
                  <a:pt x="83458" y="956688"/>
                  <a:pt x="72780" y="959546"/>
                  <a:pt x="61913" y="959536"/>
                </a:cubicBezTo>
                <a:cubicBezTo>
                  <a:pt x="27719" y="959536"/>
                  <a:pt x="0" y="931818"/>
                  <a:pt x="0" y="897624"/>
                </a:cubicBezTo>
                <a:close/>
              </a:path>
            </a:pathLst>
          </a:custGeom>
          <a:solidFill>
            <a:schemeClr val="accent6"/>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4" name="Freeform: Shape 43">
            <a:extLst>
              <a:ext uri="{FF2B5EF4-FFF2-40B4-BE49-F238E27FC236}">
                <a16:creationId xmlns:a16="http://schemas.microsoft.com/office/drawing/2014/main" id="{E8CAF0DD-80AF-6F69-AAEA-5C5784E2EF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2936831"/>
            <a:ext cx="159741" cy="552996"/>
          </a:xfrm>
          <a:custGeom>
            <a:avLst/>
            <a:gdLst>
              <a:gd name="connsiteX0" fmla="*/ 159741 w 159741"/>
              <a:gd name="connsiteY0" fmla="*/ 0 h 552996"/>
              <a:gd name="connsiteX1" fmla="*/ 159741 w 159741"/>
              <a:gd name="connsiteY1" fmla="*/ 552996 h 552996"/>
              <a:gd name="connsiteX2" fmla="*/ 141849 w 159741"/>
              <a:gd name="connsiteY2" fmla="*/ 543285 h 552996"/>
              <a:gd name="connsiteX3" fmla="*/ 0 w 159741"/>
              <a:gd name="connsiteY3" fmla="*/ 276498 h 552996"/>
              <a:gd name="connsiteX4" fmla="*/ 141849 w 159741"/>
              <a:gd name="connsiteY4" fmla="*/ 9711 h 5529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9741" h="552996">
                <a:moveTo>
                  <a:pt x="159741" y="0"/>
                </a:moveTo>
                <a:lnTo>
                  <a:pt x="159741" y="552996"/>
                </a:lnTo>
                <a:lnTo>
                  <a:pt x="141849" y="543285"/>
                </a:lnTo>
                <a:cubicBezTo>
                  <a:pt x="56268" y="485467"/>
                  <a:pt x="0" y="387554"/>
                  <a:pt x="0" y="276498"/>
                </a:cubicBezTo>
                <a:cubicBezTo>
                  <a:pt x="0" y="165443"/>
                  <a:pt x="56268" y="67529"/>
                  <a:pt x="141849" y="9711"/>
                </a:cubicBezTo>
                <a:close/>
              </a:path>
            </a:pathLst>
          </a:custGeom>
          <a:solidFill>
            <a:schemeClr val="accent4"/>
          </a:solidFill>
          <a:ln w="12700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Content Placeholder 2">
            <a:extLst>
              <a:ext uri="{FF2B5EF4-FFF2-40B4-BE49-F238E27FC236}">
                <a16:creationId xmlns:a16="http://schemas.microsoft.com/office/drawing/2014/main" id="{799712A1-7141-243D-5E75-46A0ADFD883A}"/>
              </a:ext>
            </a:extLst>
          </p:cNvPr>
          <p:cNvSpPr>
            <a:spLocks noGrp="1"/>
          </p:cNvSpPr>
          <p:nvPr>
            <p:ph idx="1"/>
          </p:nvPr>
        </p:nvSpPr>
        <p:spPr>
          <a:xfrm>
            <a:off x="6096000" y="2238702"/>
            <a:ext cx="5257799" cy="3471527"/>
          </a:xfrm>
        </p:spPr>
        <p:txBody>
          <a:bodyPr anchor="t">
            <a:normAutofit/>
          </a:bodyPr>
          <a:lstStyle/>
          <a:p>
            <a:r>
              <a:rPr lang="en-GB"/>
              <a:t>Who were they?</a:t>
            </a:r>
          </a:p>
          <a:p>
            <a:r>
              <a:rPr lang="en-GB"/>
              <a:t>Why are they important?</a:t>
            </a:r>
          </a:p>
        </p:txBody>
      </p:sp>
      <p:sp>
        <p:nvSpPr>
          <p:cNvPr id="46" name="Freeform: Shape 45">
            <a:extLst>
              <a:ext uri="{FF2B5EF4-FFF2-40B4-BE49-F238E27FC236}">
                <a16:creationId xmlns:a16="http://schemas.microsoft.com/office/drawing/2014/main" id="{2C6DD63C-430D-3A87-4063-C2A5DF53E0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5835649"/>
            <a:ext cx="1548180" cy="1022351"/>
          </a:xfrm>
          <a:custGeom>
            <a:avLst/>
            <a:gdLst>
              <a:gd name="connsiteX0" fmla="*/ 61913 w 1548180"/>
              <a:gd name="connsiteY0" fmla="*/ 0 h 1022351"/>
              <a:gd name="connsiteX1" fmla="*/ 1548180 w 1548180"/>
              <a:gd name="connsiteY1" fmla="*/ 0 h 1022351"/>
              <a:gd name="connsiteX2" fmla="*/ 1548180 w 1548180"/>
              <a:gd name="connsiteY2" fmla="*/ 123825 h 1022351"/>
              <a:gd name="connsiteX3" fmla="*/ 123825 w 1548180"/>
              <a:gd name="connsiteY3" fmla="*/ 123825 h 1022351"/>
              <a:gd name="connsiteX4" fmla="*/ 123825 w 1548180"/>
              <a:gd name="connsiteY4" fmla="*/ 1022351 h 1022351"/>
              <a:gd name="connsiteX5" fmla="*/ 0 w 1548180"/>
              <a:gd name="connsiteY5" fmla="*/ 1022351 h 1022351"/>
              <a:gd name="connsiteX6" fmla="*/ 0 w 1548180"/>
              <a:gd name="connsiteY6" fmla="*/ 61913 h 1022351"/>
              <a:gd name="connsiteX7" fmla="*/ 61913 w 1548180"/>
              <a:gd name="connsiteY7" fmla="*/ 0 h 10223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548180" h="1022351">
                <a:moveTo>
                  <a:pt x="61913" y="0"/>
                </a:moveTo>
                <a:lnTo>
                  <a:pt x="1548180" y="0"/>
                </a:lnTo>
                <a:lnTo>
                  <a:pt x="1548180" y="123825"/>
                </a:lnTo>
                <a:lnTo>
                  <a:pt x="123825" y="123825"/>
                </a:lnTo>
                <a:lnTo>
                  <a:pt x="123825" y="1022351"/>
                </a:lnTo>
                <a:lnTo>
                  <a:pt x="0" y="1022351"/>
                </a:lnTo>
                <a:lnTo>
                  <a:pt x="0" y="61913"/>
                </a:lnTo>
                <a:cubicBezTo>
                  <a:pt x="0" y="27719"/>
                  <a:pt x="27719" y="0"/>
                  <a:pt x="61913" y="0"/>
                </a:cubicBezTo>
                <a:close/>
              </a:path>
            </a:pathLst>
          </a:custGeom>
          <a:solidFill>
            <a:schemeClr val="accent6"/>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8" name="Freeform: Shape 47">
            <a:extLst>
              <a:ext uri="{FF2B5EF4-FFF2-40B4-BE49-F238E27FC236}">
                <a16:creationId xmlns:a16="http://schemas.microsoft.com/office/drawing/2014/main" id="{DB785F73-DFA6-50AA-AD48-8C67E6E620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418308" y="5717905"/>
            <a:ext cx="1771609" cy="1140095"/>
          </a:xfrm>
          <a:custGeom>
            <a:avLst/>
            <a:gdLst>
              <a:gd name="connsiteX0" fmla="*/ 1561721 w 1771609"/>
              <a:gd name="connsiteY0" fmla="*/ 763041 h 1140095"/>
              <a:gd name="connsiteX1" fmla="*/ 1623024 w 1771609"/>
              <a:gd name="connsiteY1" fmla="*/ 792810 h 1140095"/>
              <a:gd name="connsiteX2" fmla="*/ 1711735 w 1771609"/>
              <a:gd name="connsiteY2" fmla="*/ 970132 h 1140095"/>
              <a:gd name="connsiteX3" fmla="*/ 1771609 w 1771609"/>
              <a:gd name="connsiteY3" fmla="*/ 1140095 h 1140095"/>
              <a:gd name="connsiteX4" fmla="*/ 1637225 w 1771609"/>
              <a:gd name="connsiteY4" fmla="*/ 1140095 h 1140095"/>
              <a:gd name="connsiteX5" fmla="*/ 1594820 w 1771609"/>
              <a:gd name="connsiteY5" fmla="*/ 1019711 h 1140095"/>
              <a:gd name="connsiteX6" fmla="*/ 1513200 w 1771609"/>
              <a:gd name="connsiteY6" fmla="*/ 856627 h 1140095"/>
              <a:gd name="connsiteX7" fmla="*/ 1538499 w 1771609"/>
              <a:gd name="connsiteY7" fmla="*/ 770415 h 1140095"/>
              <a:gd name="connsiteX8" fmla="*/ 1561721 w 1771609"/>
              <a:gd name="connsiteY8" fmla="*/ 763041 h 1140095"/>
              <a:gd name="connsiteX9" fmla="*/ 933455 w 1771609"/>
              <a:gd name="connsiteY9" fmla="*/ 161309 h 1140095"/>
              <a:gd name="connsiteX10" fmla="*/ 957797 w 1771609"/>
              <a:gd name="connsiteY10" fmla="*/ 167970 h 1140095"/>
              <a:gd name="connsiteX11" fmla="*/ 1286982 w 1771609"/>
              <a:gd name="connsiteY11" fmla="*/ 387616 h 1140095"/>
              <a:gd name="connsiteX12" fmla="*/ 1293725 w 1771609"/>
              <a:gd name="connsiteY12" fmla="*/ 477075 h 1140095"/>
              <a:gd name="connsiteX13" fmla="*/ 1245453 w 1771609"/>
              <a:gd name="connsiteY13" fmla="*/ 499154 h 1140095"/>
              <a:gd name="connsiteX14" fmla="*/ 1245167 w 1771609"/>
              <a:gd name="connsiteY14" fmla="*/ 499154 h 1140095"/>
              <a:gd name="connsiteX15" fmla="*/ 1203638 w 1771609"/>
              <a:gd name="connsiteY15" fmla="*/ 484104 h 1140095"/>
              <a:gd name="connsiteX16" fmla="*/ 900647 w 1771609"/>
              <a:gd name="connsiteY16" fmla="*/ 281508 h 1140095"/>
              <a:gd name="connsiteX17" fmla="*/ 872454 w 1771609"/>
              <a:gd name="connsiteY17" fmla="*/ 196164 h 1140095"/>
              <a:gd name="connsiteX18" fmla="*/ 933455 w 1771609"/>
              <a:gd name="connsiteY18" fmla="*/ 161309 h 1140095"/>
              <a:gd name="connsiteX19" fmla="*/ 256260 w 1771609"/>
              <a:gd name="connsiteY19" fmla="*/ 29 h 1140095"/>
              <a:gd name="connsiteX20" fmla="*/ 454020 w 1771609"/>
              <a:gd name="connsiteY20" fmla="*/ 13474 h 1140095"/>
              <a:gd name="connsiteX21" fmla="*/ 509236 w 1771609"/>
              <a:gd name="connsiteY21" fmla="*/ 84182 h 1140095"/>
              <a:gd name="connsiteX22" fmla="*/ 445829 w 1771609"/>
              <a:gd name="connsiteY22" fmla="*/ 139871 h 1140095"/>
              <a:gd name="connsiteX23" fmla="*/ 437447 w 1771609"/>
              <a:gd name="connsiteY23" fmla="*/ 139395 h 1140095"/>
              <a:gd name="connsiteX24" fmla="*/ 73211 w 1771609"/>
              <a:gd name="connsiteY24" fmla="*/ 137204 h 1140095"/>
              <a:gd name="connsiteX25" fmla="*/ 749 w 1771609"/>
              <a:gd name="connsiteY25" fmla="*/ 84082 h 1140095"/>
              <a:gd name="connsiteX26" fmla="*/ 53871 w 1771609"/>
              <a:gd name="connsiteY26" fmla="*/ 11621 h 1140095"/>
              <a:gd name="connsiteX27" fmla="*/ 58352 w 1771609"/>
              <a:gd name="connsiteY27" fmla="*/ 11093 h 1140095"/>
              <a:gd name="connsiteX28" fmla="*/ 256260 w 1771609"/>
              <a:gd name="connsiteY28" fmla="*/ 29 h 11400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771609" h="1140095">
                <a:moveTo>
                  <a:pt x="1561721" y="763041"/>
                </a:moveTo>
                <a:cubicBezTo>
                  <a:pt x="1585506" y="760324"/>
                  <a:pt x="1609722" y="771249"/>
                  <a:pt x="1623024" y="792810"/>
                </a:cubicBezTo>
                <a:cubicBezTo>
                  <a:pt x="1656300" y="850065"/>
                  <a:pt x="1685920" y="909291"/>
                  <a:pt x="1711735" y="970132"/>
                </a:cubicBezTo>
                <a:lnTo>
                  <a:pt x="1771609" y="1140095"/>
                </a:lnTo>
                <a:lnTo>
                  <a:pt x="1637225" y="1140095"/>
                </a:lnTo>
                <a:lnTo>
                  <a:pt x="1594820" y="1019711"/>
                </a:lnTo>
                <a:cubicBezTo>
                  <a:pt x="1571072" y="963753"/>
                  <a:pt x="1543818" y="909282"/>
                  <a:pt x="1513200" y="856627"/>
                </a:cubicBezTo>
                <a:cubicBezTo>
                  <a:pt x="1496379" y="825834"/>
                  <a:pt x="1507704" y="787236"/>
                  <a:pt x="1538499" y="770415"/>
                </a:cubicBezTo>
                <a:cubicBezTo>
                  <a:pt x="1545912" y="766367"/>
                  <a:pt x="1553792" y="763946"/>
                  <a:pt x="1561721" y="763041"/>
                </a:cubicBezTo>
                <a:close/>
                <a:moveTo>
                  <a:pt x="933455" y="161309"/>
                </a:moveTo>
                <a:cubicBezTo>
                  <a:pt x="941693" y="161855"/>
                  <a:pt x="949959" y="164025"/>
                  <a:pt x="957797" y="167970"/>
                </a:cubicBezTo>
                <a:cubicBezTo>
                  <a:pt x="1076184" y="227289"/>
                  <a:pt x="1186759" y="301068"/>
                  <a:pt x="1286982" y="387616"/>
                </a:cubicBezTo>
                <a:cubicBezTo>
                  <a:pt x="1313547" y="410457"/>
                  <a:pt x="1316566" y="450510"/>
                  <a:pt x="1293725" y="477075"/>
                </a:cubicBezTo>
                <a:cubicBezTo>
                  <a:pt x="1281638" y="491137"/>
                  <a:pt x="1263998" y="499204"/>
                  <a:pt x="1245453" y="499154"/>
                </a:cubicBezTo>
                <a:lnTo>
                  <a:pt x="1245167" y="499154"/>
                </a:lnTo>
                <a:cubicBezTo>
                  <a:pt x="1229965" y="499301"/>
                  <a:pt x="1215220" y="493956"/>
                  <a:pt x="1203638" y="484104"/>
                </a:cubicBezTo>
                <a:cubicBezTo>
                  <a:pt x="1111407" y="404300"/>
                  <a:pt x="1009633" y="336248"/>
                  <a:pt x="900647" y="281508"/>
                </a:cubicBezTo>
                <a:cubicBezTo>
                  <a:pt x="869295" y="265726"/>
                  <a:pt x="856672" y="227516"/>
                  <a:pt x="872454" y="196164"/>
                </a:cubicBezTo>
                <a:cubicBezTo>
                  <a:pt x="884290" y="172650"/>
                  <a:pt x="908742" y="159670"/>
                  <a:pt x="933455" y="161309"/>
                </a:cubicBezTo>
                <a:close/>
                <a:moveTo>
                  <a:pt x="256260" y="29"/>
                </a:moveTo>
                <a:cubicBezTo>
                  <a:pt x="322331" y="427"/>
                  <a:pt x="388378" y="4909"/>
                  <a:pt x="454020" y="13474"/>
                </a:cubicBezTo>
                <a:cubicBezTo>
                  <a:pt x="488793" y="17752"/>
                  <a:pt x="513514" y="49409"/>
                  <a:pt x="509236" y="84182"/>
                </a:cubicBezTo>
                <a:cubicBezTo>
                  <a:pt x="505303" y="116151"/>
                  <a:pt x="478038" y="140098"/>
                  <a:pt x="445829" y="139871"/>
                </a:cubicBezTo>
                <a:cubicBezTo>
                  <a:pt x="443027" y="139899"/>
                  <a:pt x="440227" y="139740"/>
                  <a:pt x="437447" y="139395"/>
                </a:cubicBezTo>
                <a:cubicBezTo>
                  <a:pt x="316592" y="123615"/>
                  <a:pt x="194247" y="122878"/>
                  <a:pt x="73211" y="137204"/>
                </a:cubicBezTo>
                <a:cubicBezTo>
                  <a:pt x="38532" y="142545"/>
                  <a:pt x="6090" y="118762"/>
                  <a:pt x="749" y="84082"/>
                </a:cubicBezTo>
                <a:cubicBezTo>
                  <a:pt x="-4591" y="49403"/>
                  <a:pt x="19192" y="16961"/>
                  <a:pt x="53871" y="11621"/>
                </a:cubicBezTo>
                <a:cubicBezTo>
                  <a:pt x="55358" y="11392"/>
                  <a:pt x="56852" y="11216"/>
                  <a:pt x="58352" y="11093"/>
                </a:cubicBezTo>
                <a:cubicBezTo>
                  <a:pt x="124093" y="3319"/>
                  <a:pt x="190189" y="-369"/>
                  <a:pt x="256260" y="29"/>
                </a:cubicBezTo>
                <a:close/>
              </a:path>
            </a:pathLst>
          </a:custGeom>
          <a:solidFill>
            <a:schemeClr val="accent4"/>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0" name="Freeform: Shape 49">
            <a:extLst>
              <a:ext uri="{FF2B5EF4-FFF2-40B4-BE49-F238E27FC236}">
                <a16:creationId xmlns:a16="http://schemas.microsoft.com/office/drawing/2014/main" id="{9666B0F6-317B-7ECB-5F36-A37BE196F9F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132972" y="6258755"/>
            <a:ext cx="1565940" cy="599245"/>
          </a:xfrm>
          <a:custGeom>
            <a:avLst/>
            <a:gdLst>
              <a:gd name="connsiteX0" fmla="*/ 782970 w 1565940"/>
              <a:gd name="connsiteY0" fmla="*/ 0 h 599245"/>
              <a:gd name="connsiteX1" fmla="*/ 1528042 w 1565940"/>
              <a:gd name="connsiteY1" fmla="*/ 480469 h 599245"/>
              <a:gd name="connsiteX2" fmla="*/ 1565940 w 1565940"/>
              <a:gd name="connsiteY2" fmla="*/ 599245 h 599245"/>
              <a:gd name="connsiteX3" fmla="*/ 0 w 1565940"/>
              <a:gd name="connsiteY3" fmla="*/ 599245 h 599245"/>
              <a:gd name="connsiteX4" fmla="*/ 37898 w 1565940"/>
              <a:gd name="connsiteY4" fmla="*/ 480469 h 599245"/>
              <a:gd name="connsiteX5" fmla="*/ 782970 w 1565940"/>
              <a:gd name="connsiteY5" fmla="*/ 0 h 5992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65940" h="599245">
                <a:moveTo>
                  <a:pt x="782970" y="0"/>
                </a:moveTo>
                <a:cubicBezTo>
                  <a:pt x="1117910" y="0"/>
                  <a:pt x="1405287" y="198118"/>
                  <a:pt x="1528042" y="480469"/>
                </a:cubicBezTo>
                <a:lnTo>
                  <a:pt x="1565940" y="599245"/>
                </a:lnTo>
                <a:lnTo>
                  <a:pt x="0" y="599245"/>
                </a:lnTo>
                <a:lnTo>
                  <a:pt x="37898" y="480469"/>
                </a:lnTo>
                <a:cubicBezTo>
                  <a:pt x="160653" y="198118"/>
                  <a:pt x="448030" y="0"/>
                  <a:pt x="782970"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21439207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4928119-12C0-090C-DF82-BDD57B3D301E}"/>
            </a:ext>
          </a:extLst>
        </p:cNvPr>
        <p:cNvGrpSpPr/>
        <p:nvPr/>
      </p:nvGrpSpPr>
      <p:grpSpPr>
        <a:xfrm>
          <a:off x="0" y="0"/>
          <a:ext cx="0" cy="0"/>
          <a:chOff x="0" y="0"/>
          <a:chExt cx="0" cy="0"/>
        </a:xfrm>
      </p:grpSpPr>
      <p:sp useBgFill="1">
        <p:nvSpPr>
          <p:cNvPr id="36" name="Rectangle 35">
            <a:extLst>
              <a:ext uri="{FF2B5EF4-FFF2-40B4-BE49-F238E27FC236}">
                <a16:creationId xmlns:a16="http://schemas.microsoft.com/office/drawing/2014/main" id="{4F2570FC-B761-E849-9969-AF6AE8AD40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8" name="Rectangle: Rounded Corners 37">
            <a:extLst>
              <a:ext uri="{FF2B5EF4-FFF2-40B4-BE49-F238E27FC236}">
                <a16:creationId xmlns:a16="http://schemas.microsoft.com/office/drawing/2014/main" id="{C3EACFD7-8366-3804-D73C-91FDA4336C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40546" y="1011045"/>
            <a:ext cx="4369859" cy="4369859"/>
          </a:xfrm>
          <a:prstGeom prst="roundRect">
            <a:avLst>
              <a:gd name="adj" fmla="val 2757"/>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81791A2-EF2D-167B-C1B7-97F5078AAE5D}"/>
              </a:ext>
            </a:extLst>
          </p:cNvPr>
          <p:cNvSpPr>
            <a:spLocks noGrp="1"/>
          </p:cNvSpPr>
          <p:nvPr>
            <p:ph type="title"/>
          </p:nvPr>
        </p:nvSpPr>
        <p:spPr>
          <a:xfrm>
            <a:off x="956826" y="1112969"/>
            <a:ext cx="3937298" cy="4166010"/>
          </a:xfrm>
        </p:spPr>
        <p:txBody>
          <a:bodyPr>
            <a:normAutofit/>
          </a:bodyPr>
          <a:lstStyle/>
          <a:p>
            <a:pPr lvl="0"/>
            <a:r>
              <a:rPr lang="en-US" sz="4400">
                <a:solidFill>
                  <a:schemeClr val="bg1"/>
                </a:solidFill>
              </a:rPr>
              <a:t>The Quran and Hadiths </a:t>
            </a:r>
          </a:p>
        </p:txBody>
      </p:sp>
      <p:sp>
        <p:nvSpPr>
          <p:cNvPr id="40" name="Freeform: Shape 39">
            <a:extLst>
              <a:ext uri="{FF2B5EF4-FFF2-40B4-BE49-F238E27FC236}">
                <a16:creationId xmlns:a16="http://schemas.microsoft.com/office/drawing/2014/main" id="{DCD96691-A862-0A43-2C69-736E47DB853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530529" y="0"/>
            <a:ext cx="1155142" cy="591009"/>
          </a:xfrm>
          <a:custGeom>
            <a:avLst/>
            <a:gdLst>
              <a:gd name="connsiteX0" fmla="*/ 1355 w 1155142"/>
              <a:gd name="connsiteY0" fmla="*/ 0 h 591009"/>
              <a:gd name="connsiteX1" fmla="*/ 1153787 w 1155142"/>
              <a:gd name="connsiteY1" fmla="*/ 0 h 591009"/>
              <a:gd name="connsiteX2" fmla="*/ 1155142 w 1155142"/>
              <a:gd name="connsiteY2" fmla="*/ 13438 h 591009"/>
              <a:gd name="connsiteX3" fmla="*/ 577571 w 1155142"/>
              <a:gd name="connsiteY3" fmla="*/ 591009 h 591009"/>
              <a:gd name="connsiteX4" fmla="*/ 0 w 1155142"/>
              <a:gd name="connsiteY4" fmla="*/ 13438 h 5910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5142" h="591009">
                <a:moveTo>
                  <a:pt x="1355" y="0"/>
                </a:moveTo>
                <a:lnTo>
                  <a:pt x="1153787" y="0"/>
                </a:lnTo>
                <a:lnTo>
                  <a:pt x="1155142" y="13438"/>
                </a:lnTo>
                <a:cubicBezTo>
                  <a:pt x="1155142" y="332422"/>
                  <a:pt x="896555" y="591009"/>
                  <a:pt x="577571" y="591009"/>
                </a:cubicBezTo>
                <a:cubicBezTo>
                  <a:pt x="258587" y="591009"/>
                  <a:pt x="0" y="332422"/>
                  <a:pt x="0" y="13438"/>
                </a:cubicBez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2" name="Freeform: Shape 41">
            <a:extLst>
              <a:ext uri="{FF2B5EF4-FFF2-40B4-BE49-F238E27FC236}">
                <a16:creationId xmlns:a16="http://schemas.microsoft.com/office/drawing/2014/main" id="{BA17C9BA-54E5-5767-62DF-8510A38F7E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961511" y="-1"/>
            <a:ext cx="1737401" cy="959536"/>
          </a:xfrm>
          <a:custGeom>
            <a:avLst/>
            <a:gdLst>
              <a:gd name="connsiteX0" fmla="*/ 0 w 1737401"/>
              <a:gd name="connsiteY0" fmla="*/ 0 h 959536"/>
              <a:gd name="connsiteX1" fmla="*/ 123825 w 1737401"/>
              <a:gd name="connsiteY1" fmla="*/ 0 h 959536"/>
              <a:gd name="connsiteX2" fmla="*/ 123825 w 1737401"/>
              <a:gd name="connsiteY2" fmla="*/ 790277 h 959536"/>
              <a:gd name="connsiteX3" fmla="*/ 1490095 w 1737401"/>
              <a:gd name="connsiteY3" fmla="*/ 0 h 959536"/>
              <a:gd name="connsiteX4" fmla="*/ 1737401 w 1737401"/>
              <a:gd name="connsiteY4" fmla="*/ 0 h 959536"/>
              <a:gd name="connsiteX5" fmla="*/ 92869 w 1737401"/>
              <a:gd name="connsiteY5" fmla="*/ 951249 h 959536"/>
              <a:gd name="connsiteX6" fmla="*/ 61913 w 1737401"/>
              <a:gd name="connsiteY6" fmla="*/ 959536 h 959536"/>
              <a:gd name="connsiteX7" fmla="*/ 0 w 1737401"/>
              <a:gd name="connsiteY7" fmla="*/ 897624 h 959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37401" h="959536">
                <a:moveTo>
                  <a:pt x="0" y="0"/>
                </a:moveTo>
                <a:lnTo>
                  <a:pt x="123825" y="0"/>
                </a:lnTo>
                <a:lnTo>
                  <a:pt x="123825" y="790277"/>
                </a:lnTo>
                <a:lnTo>
                  <a:pt x="1490095" y="0"/>
                </a:lnTo>
                <a:lnTo>
                  <a:pt x="1737401" y="0"/>
                </a:lnTo>
                <a:lnTo>
                  <a:pt x="92869" y="951249"/>
                </a:lnTo>
                <a:cubicBezTo>
                  <a:pt x="83458" y="956688"/>
                  <a:pt x="72780" y="959546"/>
                  <a:pt x="61913" y="959536"/>
                </a:cubicBezTo>
                <a:cubicBezTo>
                  <a:pt x="27719" y="959536"/>
                  <a:pt x="0" y="931818"/>
                  <a:pt x="0" y="897624"/>
                </a:cubicBezTo>
                <a:close/>
              </a:path>
            </a:pathLst>
          </a:custGeom>
          <a:solidFill>
            <a:schemeClr val="accent6"/>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4" name="Freeform: Shape 43">
            <a:extLst>
              <a:ext uri="{FF2B5EF4-FFF2-40B4-BE49-F238E27FC236}">
                <a16:creationId xmlns:a16="http://schemas.microsoft.com/office/drawing/2014/main" id="{6B541E32-3A61-DEFC-2EDB-458A3507829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2936831"/>
            <a:ext cx="159741" cy="552996"/>
          </a:xfrm>
          <a:custGeom>
            <a:avLst/>
            <a:gdLst>
              <a:gd name="connsiteX0" fmla="*/ 159741 w 159741"/>
              <a:gd name="connsiteY0" fmla="*/ 0 h 552996"/>
              <a:gd name="connsiteX1" fmla="*/ 159741 w 159741"/>
              <a:gd name="connsiteY1" fmla="*/ 552996 h 552996"/>
              <a:gd name="connsiteX2" fmla="*/ 141849 w 159741"/>
              <a:gd name="connsiteY2" fmla="*/ 543285 h 552996"/>
              <a:gd name="connsiteX3" fmla="*/ 0 w 159741"/>
              <a:gd name="connsiteY3" fmla="*/ 276498 h 552996"/>
              <a:gd name="connsiteX4" fmla="*/ 141849 w 159741"/>
              <a:gd name="connsiteY4" fmla="*/ 9711 h 5529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9741" h="552996">
                <a:moveTo>
                  <a:pt x="159741" y="0"/>
                </a:moveTo>
                <a:lnTo>
                  <a:pt x="159741" y="552996"/>
                </a:lnTo>
                <a:lnTo>
                  <a:pt x="141849" y="543285"/>
                </a:lnTo>
                <a:cubicBezTo>
                  <a:pt x="56268" y="485467"/>
                  <a:pt x="0" y="387554"/>
                  <a:pt x="0" y="276498"/>
                </a:cubicBezTo>
                <a:cubicBezTo>
                  <a:pt x="0" y="165443"/>
                  <a:pt x="56268" y="67529"/>
                  <a:pt x="141849" y="9711"/>
                </a:cubicBezTo>
                <a:close/>
              </a:path>
            </a:pathLst>
          </a:custGeom>
          <a:solidFill>
            <a:schemeClr val="accent4"/>
          </a:solidFill>
          <a:ln w="12700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Content Placeholder 2">
            <a:extLst>
              <a:ext uri="{FF2B5EF4-FFF2-40B4-BE49-F238E27FC236}">
                <a16:creationId xmlns:a16="http://schemas.microsoft.com/office/drawing/2014/main" id="{913631C5-C8BD-956D-6587-C7F5FD1EFF2E}"/>
              </a:ext>
            </a:extLst>
          </p:cNvPr>
          <p:cNvSpPr>
            <a:spLocks noGrp="1"/>
          </p:cNvSpPr>
          <p:nvPr>
            <p:ph idx="1"/>
          </p:nvPr>
        </p:nvSpPr>
        <p:spPr>
          <a:xfrm>
            <a:off x="6096000" y="2238702"/>
            <a:ext cx="5257799" cy="3471527"/>
          </a:xfrm>
        </p:spPr>
        <p:txBody>
          <a:bodyPr anchor="t">
            <a:normAutofit/>
          </a:bodyPr>
          <a:lstStyle/>
          <a:p>
            <a:r>
              <a:rPr lang="en-GB"/>
              <a:t>What is the Quran?</a:t>
            </a:r>
          </a:p>
          <a:p>
            <a:pPr lvl="1"/>
            <a:r>
              <a:rPr lang="en-GB"/>
              <a:t>How is it used?</a:t>
            </a:r>
          </a:p>
          <a:p>
            <a:pPr lvl="1"/>
            <a:r>
              <a:rPr lang="en-GB"/>
              <a:t>Why is it important?</a:t>
            </a:r>
          </a:p>
          <a:p>
            <a:r>
              <a:rPr lang="en-GB"/>
              <a:t>What are the Hadiths?</a:t>
            </a:r>
          </a:p>
          <a:p>
            <a:pPr lvl="1"/>
            <a:r>
              <a:rPr lang="en-GB"/>
              <a:t>How are they used?</a:t>
            </a:r>
          </a:p>
          <a:p>
            <a:pPr lvl="1"/>
            <a:r>
              <a:rPr lang="en-GB"/>
              <a:t>Why are they important?</a:t>
            </a:r>
          </a:p>
        </p:txBody>
      </p:sp>
      <p:sp>
        <p:nvSpPr>
          <p:cNvPr id="46" name="Freeform: Shape 45">
            <a:extLst>
              <a:ext uri="{FF2B5EF4-FFF2-40B4-BE49-F238E27FC236}">
                <a16:creationId xmlns:a16="http://schemas.microsoft.com/office/drawing/2014/main" id="{FEE0803F-36D4-8390-A8DF-10E226DBC2E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5835649"/>
            <a:ext cx="1548180" cy="1022351"/>
          </a:xfrm>
          <a:custGeom>
            <a:avLst/>
            <a:gdLst>
              <a:gd name="connsiteX0" fmla="*/ 61913 w 1548180"/>
              <a:gd name="connsiteY0" fmla="*/ 0 h 1022351"/>
              <a:gd name="connsiteX1" fmla="*/ 1548180 w 1548180"/>
              <a:gd name="connsiteY1" fmla="*/ 0 h 1022351"/>
              <a:gd name="connsiteX2" fmla="*/ 1548180 w 1548180"/>
              <a:gd name="connsiteY2" fmla="*/ 123825 h 1022351"/>
              <a:gd name="connsiteX3" fmla="*/ 123825 w 1548180"/>
              <a:gd name="connsiteY3" fmla="*/ 123825 h 1022351"/>
              <a:gd name="connsiteX4" fmla="*/ 123825 w 1548180"/>
              <a:gd name="connsiteY4" fmla="*/ 1022351 h 1022351"/>
              <a:gd name="connsiteX5" fmla="*/ 0 w 1548180"/>
              <a:gd name="connsiteY5" fmla="*/ 1022351 h 1022351"/>
              <a:gd name="connsiteX6" fmla="*/ 0 w 1548180"/>
              <a:gd name="connsiteY6" fmla="*/ 61913 h 1022351"/>
              <a:gd name="connsiteX7" fmla="*/ 61913 w 1548180"/>
              <a:gd name="connsiteY7" fmla="*/ 0 h 10223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548180" h="1022351">
                <a:moveTo>
                  <a:pt x="61913" y="0"/>
                </a:moveTo>
                <a:lnTo>
                  <a:pt x="1548180" y="0"/>
                </a:lnTo>
                <a:lnTo>
                  <a:pt x="1548180" y="123825"/>
                </a:lnTo>
                <a:lnTo>
                  <a:pt x="123825" y="123825"/>
                </a:lnTo>
                <a:lnTo>
                  <a:pt x="123825" y="1022351"/>
                </a:lnTo>
                <a:lnTo>
                  <a:pt x="0" y="1022351"/>
                </a:lnTo>
                <a:lnTo>
                  <a:pt x="0" y="61913"/>
                </a:lnTo>
                <a:cubicBezTo>
                  <a:pt x="0" y="27719"/>
                  <a:pt x="27719" y="0"/>
                  <a:pt x="61913" y="0"/>
                </a:cubicBezTo>
                <a:close/>
              </a:path>
            </a:pathLst>
          </a:custGeom>
          <a:solidFill>
            <a:schemeClr val="accent6"/>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8" name="Freeform: Shape 47">
            <a:extLst>
              <a:ext uri="{FF2B5EF4-FFF2-40B4-BE49-F238E27FC236}">
                <a16:creationId xmlns:a16="http://schemas.microsoft.com/office/drawing/2014/main" id="{8CB1738D-58FC-8A6D-E099-C0ECEE2F13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418308" y="5717905"/>
            <a:ext cx="1771609" cy="1140095"/>
          </a:xfrm>
          <a:custGeom>
            <a:avLst/>
            <a:gdLst>
              <a:gd name="connsiteX0" fmla="*/ 1561721 w 1771609"/>
              <a:gd name="connsiteY0" fmla="*/ 763041 h 1140095"/>
              <a:gd name="connsiteX1" fmla="*/ 1623024 w 1771609"/>
              <a:gd name="connsiteY1" fmla="*/ 792810 h 1140095"/>
              <a:gd name="connsiteX2" fmla="*/ 1711735 w 1771609"/>
              <a:gd name="connsiteY2" fmla="*/ 970132 h 1140095"/>
              <a:gd name="connsiteX3" fmla="*/ 1771609 w 1771609"/>
              <a:gd name="connsiteY3" fmla="*/ 1140095 h 1140095"/>
              <a:gd name="connsiteX4" fmla="*/ 1637225 w 1771609"/>
              <a:gd name="connsiteY4" fmla="*/ 1140095 h 1140095"/>
              <a:gd name="connsiteX5" fmla="*/ 1594820 w 1771609"/>
              <a:gd name="connsiteY5" fmla="*/ 1019711 h 1140095"/>
              <a:gd name="connsiteX6" fmla="*/ 1513200 w 1771609"/>
              <a:gd name="connsiteY6" fmla="*/ 856627 h 1140095"/>
              <a:gd name="connsiteX7" fmla="*/ 1538499 w 1771609"/>
              <a:gd name="connsiteY7" fmla="*/ 770415 h 1140095"/>
              <a:gd name="connsiteX8" fmla="*/ 1561721 w 1771609"/>
              <a:gd name="connsiteY8" fmla="*/ 763041 h 1140095"/>
              <a:gd name="connsiteX9" fmla="*/ 933455 w 1771609"/>
              <a:gd name="connsiteY9" fmla="*/ 161309 h 1140095"/>
              <a:gd name="connsiteX10" fmla="*/ 957797 w 1771609"/>
              <a:gd name="connsiteY10" fmla="*/ 167970 h 1140095"/>
              <a:gd name="connsiteX11" fmla="*/ 1286982 w 1771609"/>
              <a:gd name="connsiteY11" fmla="*/ 387616 h 1140095"/>
              <a:gd name="connsiteX12" fmla="*/ 1293725 w 1771609"/>
              <a:gd name="connsiteY12" fmla="*/ 477075 h 1140095"/>
              <a:gd name="connsiteX13" fmla="*/ 1245453 w 1771609"/>
              <a:gd name="connsiteY13" fmla="*/ 499154 h 1140095"/>
              <a:gd name="connsiteX14" fmla="*/ 1245167 w 1771609"/>
              <a:gd name="connsiteY14" fmla="*/ 499154 h 1140095"/>
              <a:gd name="connsiteX15" fmla="*/ 1203638 w 1771609"/>
              <a:gd name="connsiteY15" fmla="*/ 484104 h 1140095"/>
              <a:gd name="connsiteX16" fmla="*/ 900647 w 1771609"/>
              <a:gd name="connsiteY16" fmla="*/ 281508 h 1140095"/>
              <a:gd name="connsiteX17" fmla="*/ 872454 w 1771609"/>
              <a:gd name="connsiteY17" fmla="*/ 196164 h 1140095"/>
              <a:gd name="connsiteX18" fmla="*/ 933455 w 1771609"/>
              <a:gd name="connsiteY18" fmla="*/ 161309 h 1140095"/>
              <a:gd name="connsiteX19" fmla="*/ 256260 w 1771609"/>
              <a:gd name="connsiteY19" fmla="*/ 29 h 1140095"/>
              <a:gd name="connsiteX20" fmla="*/ 454020 w 1771609"/>
              <a:gd name="connsiteY20" fmla="*/ 13474 h 1140095"/>
              <a:gd name="connsiteX21" fmla="*/ 509236 w 1771609"/>
              <a:gd name="connsiteY21" fmla="*/ 84182 h 1140095"/>
              <a:gd name="connsiteX22" fmla="*/ 445829 w 1771609"/>
              <a:gd name="connsiteY22" fmla="*/ 139871 h 1140095"/>
              <a:gd name="connsiteX23" fmla="*/ 437447 w 1771609"/>
              <a:gd name="connsiteY23" fmla="*/ 139395 h 1140095"/>
              <a:gd name="connsiteX24" fmla="*/ 73211 w 1771609"/>
              <a:gd name="connsiteY24" fmla="*/ 137204 h 1140095"/>
              <a:gd name="connsiteX25" fmla="*/ 749 w 1771609"/>
              <a:gd name="connsiteY25" fmla="*/ 84082 h 1140095"/>
              <a:gd name="connsiteX26" fmla="*/ 53871 w 1771609"/>
              <a:gd name="connsiteY26" fmla="*/ 11621 h 1140095"/>
              <a:gd name="connsiteX27" fmla="*/ 58352 w 1771609"/>
              <a:gd name="connsiteY27" fmla="*/ 11093 h 1140095"/>
              <a:gd name="connsiteX28" fmla="*/ 256260 w 1771609"/>
              <a:gd name="connsiteY28" fmla="*/ 29 h 11400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771609" h="1140095">
                <a:moveTo>
                  <a:pt x="1561721" y="763041"/>
                </a:moveTo>
                <a:cubicBezTo>
                  <a:pt x="1585506" y="760324"/>
                  <a:pt x="1609722" y="771249"/>
                  <a:pt x="1623024" y="792810"/>
                </a:cubicBezTo>
                <a:cubicBezTo>
                  <a:pt x="1656300" y="850065"/>
                  <a:pt x="1685920" y="909291"/>
                  <a:pt x="1711735" y="970132"/>
                </a:cubicBezTo>
                <a:lnTo>
                  <a:pt x="1771609" y="1140095"/>
                </a:lnTo>
                <a:lnTo>
                  <a:pt x="1637225" y="1140095"/>
                </a:lnTo>
                <a:lnTo>
                  <a:pt x="1594820" y="1019711"/>
                </a:lnTo>
                <a:cubicBezTo>
                  <a:pt x="1571072" y="963753"/>
                  <a:pt x="1543818" y="909282"/>
                  <a:pt x="1513200" y="856627"/>
                </a:cubicBezTo>
                <a:cubicBezTo>
                  <a:pt x="1496379" y="825834"/>
                  <a:pt x="1507704" y="787236"/>
                  <a:pt x="1538499" y="770415"/>
                </a:cubicBezTo>
                <a:cubicBezTo>
                  <a:pt x="1545912" y="766367"/>
                  <a:pt x="1553792" y="763946"/>
                  <a:pt x="1561721" y="763041"/>
                </a:cubicBezTo>
                <a:close/>
                <a:moveTo>
                  <a:pt x="933455" y="161309"/>
                </a:moveTo>
                <a:cubicBezTo>
                  <a:pt x="941693" y="161855"/>
                  <a:pt x="949959" y="164025"/>
                  <a:pt x="957797" y="167970"/>
                </a:cubicBezTo>
                <a:cubicBezTo>
                  <a:pt x="1076184" y="227289"/>
                  <a:pt x="1186759" y="301068"/>
                  <a:pt x="1286982" y="387616"/>
                </a:cubicBezTo>
                <a:cubicBezTo>
                  <a:pt x="1313547" y="410457"/>
                  <a:pt x="1316566" y="450510"/>
                  <a:pt x="1293725" y="477075"/>
                </a:cubicBezTo>
                <a:cubicBezTo>
                  <a:pt x="1281638" y="491137"/>
                  <a:pt x="1263998" y="499204"/>
                  <a:pt x="1245453" y="499154"/>
                </a:cubicBezTo>
                <a:lnTo>
                  <a:pt x="1245167" y="499154"/>
                </a:lnTo>
                <a:cubicBezTo>
                  <a:pt x="1229965" y="499301"/>
                  <a:pt x="1215220" y="493956"/>
                  <a:pt x="1203638" y="484104"/>
                </a:cubicBezTo>
                <a:cubicBezTo>
                  <a:pt x="1111407" y="404300"/>
                  <a:pt x="1009633" y="336248"/>
                  <a:pt x="900647" y="281508"/>
                </a:cubicBezTo>
                <a:cubicBezTo>
                  <a:pt x="869295" y="265726"/>
                  <a:pt x="856672" y="227516"/>
                  <a:pt x="872454" y="196164"/>
                </a:cubicBezTo>
                <a:cubicBezTo>
                  <a:pt x="884290" y="172650"/>
                  <a:pt x="908742" y="159670"/>
                  <a:pt x="933455" y="161309"/>
                </a:cubicBezTo>
                <a:close/>
                <a:moveTo>
                  <a:pt x="256260" y="29"/>
                </a:moveTo>
                <a:cubicBezTo>
                  <a:pt x="322331" y="427"/>
                  <a:pt x="388378" y="4909"/>
                  <a:pt x="454020" y="13474"/>
                </a:cubicBezTo>
                <a:cubicBezTo>
                  <a:pt x="488793" y="17752"/>
                  <a:pt x="513514" y="49409"/>
                  <a:pt x="509236" y="84182"/>
                </a:cubicBezTo>
                <a:cubicBezTo>
                  <a:pt x="505303" y="116151"/>
                  <a:pt x="478038" y="140098"/>
                  <a:pt x="445829" y="139871"/>
                </a:cubicBezTo>
                <a:cubicBezTo>
                  <a:pt x="443027" y="139899"/>
                  <a:pt x="440227" y="139740"/>
                  <a:pt x="437447" y="139395"/>
                </a:cubicBezTo>
                <a:cubicBezTo>
                  <a:pt x="316592" y="123615"/>
                  <a:pt x="194247" y="122878"/>
                  <a:pt x="73211" y="137204"/>
                </a:cubicBezTo>
                <a:cubicBezTo>
                  <a:pt x="38532" y="142545"/>
                  <a:pt x="6090" y="118762"/>
                  <a:pt x="749" y="84082"/>
                </a:cubicBezTo>
                <a:cubicBezTo>
                  <a:pt x="-4591" y="49403"/>
                  <a:pt x="19192" y="16961"/>
                  <a:pt x="53871" y="11621"/>
                </a:cubicBezTo>
                <a:cubicBezTo>
                  <a:pt x="55358" y="11392"/>
                  <a:pt x="56852" y="11216"/>
                  <a:pt x="58352" y="11093"/>
                </a:cubicBezTo>
                <a:cubicBezTo>
                  <a:pt x="124093" y="3319"/>
                  <a:pt x="190189" y="-369"/>
                  <a:pt x="256260" y="29"/>
                </a:cubicBezTo>
                <a:close/>
              </a:path>
            </a:pathLst>
          </a:custGeom>
          <a:solidFill>
            <a:schemeClr val="accent4"/>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0" name="Freeform: Shape 49">
            <a:extLst>
              <a:ext uri="{FF2B5EF4-FFF2-40B4-BE49-F238E27FC236}">
                <a16:creationId xmlns:a16="http://schemas.microsoft.com/office/drawing/2014/main" id="{056B45EC-D34A-8486-343E-BF2D00AC50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132972" y="6258755"/>
            <a:ext cx="1565940" cy="599245"/>
          </a:xfrm>
          <a:custGeom>
            <a:avLst/>
            <a:gdLst>
              <a:gd name="connsiteX0" fmla="*/ 782970 w 1565940"/>
              <a:gd name="connsiteY0" fmla="*/ 0 h 599245"/>
              <a:gd name="connsiteX1" fmla="*/ 1528042 w 1565940"/>
              <a:gd name="connsiteY1" fmla="*/ 480469 h 599245"/>
              <a:gd name="connsiteX2" fmla="*/ 1565940 w 1565940"/>
              <a:gd name="connsiteY2" fmla="*/ 599245 h 599245"/>
              <a:gd name="connsiteX3" fmla="*/ 0 w 1565940"/>
              <a:gd name="connsiteY3" fmla="*/ 599245 h 599245"/>
              <a:gd name="connsiteX4" fmla="*/ 37898 w 1565940"/>
              <a:gd name="connsiteY4" fmla="*/ 480469 h 599245"/>
              <a:gd name="connsiteX5" fmla="*/ 782970 w 1565940"/>
              <a:gd name="connsiteY5" fmla="*/ 0 h 5992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65940" h="599245">
                <a:moveTo>
                  <a:pt x="782970" y="0"/>
                </a:moveTo>
                <a:cubicBezTo>
                  <a:pt x="1117910" y="0"/>
                  <a:pt x="1405287" y="198118"/>
                  <a:pt x="1528042" y="480469"/>
                </a:cubicBezTo>
                <a:lnTo>
                  <a:pt x="1565940" y="599245"/>
                </a:lnTo>
                <a:lnTo>
                  <a:pt x="0" y="599245"/>
                </a:lnTo>
                <a:lnTo>
                  <a:pt x="37898" y="480469"/>
                </a:lnTo>
                <a:cubicBezTo>
                  <a:pt x="160653" y="198118"/>
                  <a:pt x="448030" y="0"/>
                  <a:pt x="782970"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25251602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52DF25-7439-87B9-A05E-ABAF8C74BEEA}"/>
              </a:ext>
            </a:extLst>
          </p:cNvPr>
          <p:cNvSpPr>
            <a:spLocks noGrp="1"/>
          </p:cNvSpPr>
          <p:nvPr>
            <p:ph type="title"/>
          </p:nvPr>
        </p:nvSpPr>
        <p:spPr/>
        <p:txBody>
          <a:bodyPr/>
          <a:lstStyle/>
          <a:p>
            <a:r>
              <a:rPr lang="en-GB"/>
              <a:t>What is the structure of the exam?</a:t>
            </a:r>
          </a:p>
        </p:txBody>
      </p:sp>
      <p:sp>
        <p:nvSpPr>
          <p:cNvPr id="3" name="Content Placeholder 2">
            <a:extLst>
              <a:ext uri="{FF2B5EF4-FFF2-40B4-BE49-F238E27FC236}">
                <a16:creationId xmlns:a16="http://schemas.microsoft.com/office/drawing/2014/main" id="{4B309494-C32E-FCB4-310D-11059A1BB2D2}"/>
              </a:ext>
            </a:extLst>
          </p:cNvPr>
          <p:cNvSpPr>
            <a:spLocks noGrp="1"/>
          </p:cNvSpPr>
          <p:nvPr>
            <p:ph idx="1"/>
          </p:nvPr>
        </p:nvSpPr>
        <p:spPr/>
        <p:txBody>
          <a:bodyPr>
            <a:normAutofit fontScale="92500" lnSpcReduction="10000"/>
          </a:bodyPr>
          <a:lstStyle/>
          <a:p>
            <a:r>
              <a:rPr lang="en-US"/>
              <a:t>Your exam will be broken down into </a:t>
            </a:r>
            <a:r>
              <a:rPr lang="en-US" b="1"/>
              <a:t>four</a:t>
            </a:r>
            <a:r>
              <a:rPr lang="en-US"/>
              <a:t> sections</a:t>
            </a:r>
          </a:p>
          <a:p>
            <a:r>
              <a:rPr lang="en-US"/>
              <a:t>Sections </a:t>
            </a:r>
            <a:r>
              <a:rPr lang="en-US" b="1"/>
              <a:t>1, 2 </a:t>
            </a:r>
            <a:r>
              <a:rPr lang="en-US"/>
              <a:t>and </a:t>
            </a:r>
            <a:r>
              <a:rPr lang="en-US" b="1"/>
              <a:t>3</a:t>
            </a:r>
            <a:r>
              <a:rPr lang="en-US"/>
              <a:t> will comprise of a mixture of short 1-4 mark questions</a:t>
            </a:r>
          </a:p>
          <a:p>
            <a:r>
              <a:rPr lang="en-US"/>
              <a:t>Section 4 will be an essay question section – you will have to choose </a:t>
            </a:r>
            <a:r>
              <a:rPr lang="en-US" b="1"/>
              <a:t>ONE</a:t>
            </a:r>
            <a:r>
              <a:rPr lang="en-US"/>
              <a:t> essay from this section (worth 10 marks)</a:t>
            </a:r>
          </a:p>
          <a:p>
            <a:pPr marL="0" indent="0">
              <a:buNone/>
            </a:pPr>
            <a:endParaRPr lang="en-US"/>
          </a:p>
          <a:p>
            <a:pPr marL="0" indent="0">
              <a:lnSpc>
                <a:spcPct val="120000"/>
              </a:lnSpc>
              <a:spcBef>
                <a:spcPts val="0"/>
              </a:spcBef>
              <a:buNone/>
            </a:pPr>
            <a:r>
              <a:rPr lang="en-GB" sz="2800" b="1" u="sng"/>
              <a:t>Allocation of time</a:t>
            </a:r>
            <a:endParaRPr lang="en-GB" sz="2800" u="sng"/>
          </a:p>
          <a:p>
            <a:pPr marL="0" indent="0">
              <a:lnSpc>
                <a:spcPct val="120000"/>
              </a:lnSpc>
              <a:spcBef>
                <a:spcPts val="0"/>
              </a:spcBef>
              <a:buNone/>
            </a:pPr>
            <a:r>
              <a:rPr lang="en-GB" sz="2800"/>
              <a:t>The exam is 45 mins long plus </a:t>
            </a:r>
            <a:r>
              <a:rPr lang="en-GB" sz="2800" b="1"/>
              <a:t>5 mins of reading only </a:t>
            </a:r>
            <a:r>
              <a:rPr lang="en-GB" sz="2800"/>
              <a:t>– </a:t>
            </a:r>
            <a:r>
              <a:rPr lang="en-US" sz="2800"/>
              <a:t>You should take no more than 10-15 minutes for each sectio</a:t>
            </a:r>
            <a:r>
              <a:rPr lang="en-US"/>
              <a:t>n.</a:t>
            </a:r>
            <a:endParaRPr lang="en-GB" sz="2800"/>
          </a:p>
          <a:p>
            <a:endParaRPr lang="en-GB"/>
          </a:p>
        </p:txBody>
      </p:sp>
    </p:spTree>
    <p:extLst>
      <p:ext uri="{BB962C8B-B14F-4D97-AF65-F5344CB8AC3E}">
        <p14:creationId xmlns:p14="http://schemas.microsoft.com/office/powerpoint/2010/main" val="241970151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382587" y="0"/>
            <a:ext cx="11426826" cy="1061545"/>
          </a:xfrm>
        </p:spPr>
        <p:txBody>
          <a:bodyPr/>
          <a:lstStyle/>
          <a:p>
            <a:r>
              <a:rPr lang="en-GB"/>
              <a:t>How are the questions marked?</a:t>
            </a:r>
          </a:p>
        </p:txBody>
      </p:sp>
      <p:sp>
        <p:nvSpPr>
          <p:cNvPr id="3" name="Content Placeholder 2"/>
          <p:cNvSpPr>
            <a:spLocks noGrp="1"/>
          </p:cNvSpPr>
          <p:nvPr>
            <p:ph idx="4294967295"/>
          </p:nvPr>
        </p:nvSpPr>
        <p:spPr>
          <a:xfrm>
            <a:off x="382586" y="935421"/>
            <a:ext cx="11426827" cy="5686097"/>
          </a:xfrm>
          <a:ln>
            <a:solidFill>
              <a:schemeClr val="bg1"/>
            </a:solidFill>
          </a:ln>
        </p:spPr>
        <p:style>
          <a:lnRef idx="2">
            <a:schemeClr val="accent2"/>
          </a:lnRef>
          <a:fillRef idx="1">
            <a:schemeClr val="lt1"/>
          </a:fillRef>
          <a:effectRef idx="0">
            <a:schemeClr val="accent2"/>
          </a:effectRef>
          <a:fontRef idx="minor">
            <a:schemeClr val="dk1"/>
          </a:fontRef>
        </p:style>
        <p:txBody>
          <a:bodyPr>
            <a:noAutofit/>
          </a:bodyPr>
          <a:lstStyle/>
          <a:p>
            <a:pPr marL="0" indent="0">
              <a:lnSpc>
                <a:spcPct val="120000"/>
              </a:lnSpc>
              <a:spcBef>
                <a:spcPts val="0"/>
              </a:spcBef>
              <a:buNone/>
            </a:pPr>
            <a:r>
              <a:rPr lang="en-GB" sz="2400" b="1"/>
              <a:t>You need to read the question to know what is required but generally:</a:t>
            </a:r>
          </a:p>
          <a:p>
            <a:pPr>
              <a:lnSpc>
                <a:spcPct val="120000"/>
              </a:lnSpc>
              <a:spcBef>
                <a:spcPts val="0"/>
              </a:spcBef>
            </a:pPr>
            <a:r>
              <a:rPr lang="en-GB" sz="2400" u="sng"/>
              <a:t>For a 1 mark question:</a:t>
            </a:r>
            <a:r>
              <a:rPr lang="en-GB" sz="2400"/>
              <a:t> give a simple response to the question (e.g. a definition, a fact or an example of a concept)</a:t>
            </a:r>
          </a:p>
          <a:p>
            <a:pPr>
              <a:lnSpc>
                <a:spcPct val="120000"/>
              </a:lnSpc>
              <a:spcBef>
                <a:spcPts val="0"/>
              </a:spcBef>
            </a:pPr>
            <a:r>
              <a:rPr lang="en-GB" sz="2400" u="sng"/>
              <a:t>For a 2 mark question</a:t>
            </a:r>
            <a:r>
              <a:rPr lang="en-GB" sz="2400"/>
              <a:t>: you need to include </a:t>
            </a:r>
            <a:r>
              <a:rPr lang="en-GB" sz="2400" b="1">
                <a:solidFill>
                  <a:srgbClr val="FF0000"/>
                </a:solidFill>
              </a:rPr>
              <a:t>two different points</a:t>
            </a:r>
            <a:r>
              <a:rPr lang="en-GB" sz="2400"/>
              <a:t> </a:t>
            </a:r>
            <a:r>
              <a:rPr lang="en-GB" sz="2400" b="1"/>
              <a:t>or</a:t>
            </a:r>
            <a:r>
              <a:rPr lang="en-GB" sz="2400"/>
              <a:t> </a:t>
            </a:r>
            <a:r>
              <a:rPr lang="en-GB" sz="2400" b="1">
                <a:solidFill>
                  <a:srgbClr val="FF0000"/>
                </a:solidFill>
              </a:rPr>
              <a:t>one point that has been developed</a:t>
            </a:r>
            <a:r>
              <a:rPr lang="en-GB" sz="2400"/>
              <a:t> (development might include further explaining the point by adding a new piece of information, supporting the point with evidence or giving an example to illustrate the point)</a:t>
            </a:r>
          </a:p>
          <a:p>
            <a:pPr>
              <a:lnSpc>
                <a:spcPct val="120000"/>
              </a:lnSpc>
              <a:spcBef>
                <a:spcPts val="0"/>
              </a:spcBef>
            </a:pPr>
            <a:r>
              <a:rPr lang="en-GB" sz="2400" u="sng"/>
              <a:t>For a 4 mark question</a:t>
            </a:r>
            <a:r>
              <a:rPr lang="en-GB" sz="2400"/>
              <a:t>: you need to include </a:t>
            </a:r>
            <a:r>
              <a:rPr lang="en-GB" sz="2400" b="1">
                <a:solidFill>
                  <a:srgbClr val="FF0000"/>
                </a:solidFill>
              </a:rPr>
              <a:t>two points that have been developed </a:t>
            </a:r>
          </a:p>
          <a:p>
            <a:pPr>
              <a:lnSpc>
                <a:spcPct val="120000"/>
              </a:lnSpc>
              <a:spcBef>
                <a:spcPts val="0"/>
              </a:spcBef>
            </a:pPr>
            <a:r>
              <a:rPr lang="en-GB" sz="2400" u="sng"/>
              <a:t>For a 12 mark question</a:t>
            </a:r>
            <a:r>
              <a:rPr lang="en-GB" sz="2400"/>
              <a:t>: you need to include </a:t>
            </a:r>
            <a:r>
              <a:rPr lang="en-GB" sz="2400" b="1">
                <a:solidFill>
                  <a:srgbClr val="FF0000"/>
                </a:solidFill>
              </a:rPr>
              <a:t>two different opinions </a:t>
            </a:r>
            <a:r>
              <a:rPr lang="en-GB" sz="2400"/>
              <a:t>with</a:t>
            </a:r>
            <a:r>
              <a:rPr lang="en-GB" sz="2400" b="1">
                <a:solidFill>
                  <a:srgbClr val="FF0000"/>
                </a:solidFill>
              </a:rPr>
              <a:t> supporting examples/evidence</a:t>
            </a:r>
            <a:r>
              <a:rPr lang="en-GB" sz="2400"/>
              <a:t>, and your </a:t>
            </a:r>
            <a:r>
              <a:rPr lang="en-GB" sz="2400" b="1">
                <a:solidFill>
                  <a:srgbClr val="FF0000"/>
                </a:solidFill>
              </a:rPr>
              <a:t>own justified conclusion</a:t>
            </a:r>
            <a:endParaRPr lang="en-GB" sz="2400"/>
          </a:p>
        </p:txBody>
      </p:sp>
    </p:spTree>
    <p:extLst>
      <p:ext uri="{BB962C8B-B14F-4D97-AF65-F5344CB8AC3E}">
        <p14:creationId xmlns:p14="http://schemas.microsoft.com/office/powerpoint/2010/main" val="5255835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fade">
                                      <p:cBhvr>
                                        <p:cTn id="17" dur="500"/>
                                        <p:tgtEl>
                                          <p:spTgt spid="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fade">
                                      <p:cBhvr>
                                        <p:cTn id="22"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08F209-68B8-2324-6BBA-76E5AC2D4AD7}"/>
              </a:ext>
            </a:extLst>
          </p:cNvPr>
          <p:cNvSpPr>
            <a:spLocks noGrp="1"/>
          </p:cNvSpPr>
          <p:nvPr>
            <p:ph type="title"/>
          </p:nvPr>
        </p:nvSpPr>
        <p:spPr>
          <a:xfrm>
            <a:off x="838200" y="173101"/>
            <a:ext cx="10515600" cy="896747"/>
          </a:xfrm>
        </p:spPr>
        <p:txBody>
          <a:bodyPr/>
          <a:lstStyle/>
          <a:p>
            <a:r>
              <a:rPr lang="en-GB"/>
              <a:t>1 mark vs. 2 marks</a:t>
            </a:r>
          </a:p>
        </p:txBody>
      </p:sp>
      <p:sp>
        <p:nvSpPr>
          <p:cNvPr id="3" name="Content Placeholder 2">
            <a:extLst>
              <a:ext uri="{FF2B5EF4-FFF2-40B4-BE49-F238E27FC236}">
                <a16:creationId xmlns:a16="http://schemas.microsoft.com/office/drawing/2014/main" id="{070570F6-5758-B201-306C-1544918E5156}"/>
              </a:ext>
            </a:extLst>
          </p:cNvPr>
          <p:cNvSpPr>
            <a:spLocks noGrp="1"/>
          </p:cNvSpPr>
          <p:nvPr>
            <p:ph idx="1"/>
          </p:nvPr>
        </p:nvSpPr>
        <p:spPr>
          <a:xfrm>
            <a:off x="838200" y="1152144"/>
            <a:ext cx="10515600" cy="5367528"/>
          </a:xfrm>
        </p:spPr>
        <p:style>
          <a:lnRef idx="2">
            <a:schemeClr val="dk1"/>
          </a:lnRef>
          <a:fillRef idx="1">
            <a:schemeClr val="lt1"/>
          </a:fillRef>
          <a:effectRef idx="0">
            <a:schemeClr val="dk1"/>
          </a:effectRef>
          <a:fontRef idx="minor">
            <a:schemeClr val="dk1"/>
          </a:fontRef>
        </p:style>
        <p:txBody>
          <a:bodyPr>
            <a:normAutofit/>
          </a:bodyPr>
          <a:lstStyle/>
          <a:p>
            <a:pPr marL="0" indent="0">
              <a:buNone/>
            </a:pPr>
            <a:r>
              <a:rPr lang="en-US" sz="2400" i="1"/>
              <a:t>1 mark </a:t>
            </a:r>
            <a:r>
              <a:rPr lang="en-US" sz="2400"/>
              <a:t>- </a:t>
            </a:r>
            <a:r>
              <a:rPr lang="en-US" sz="2400">
                <a:highlight>
                  <a:srgbClr val="FFFF00"/>
                </a:highlight>
              </a:rPr>
              <a:t>give a simple response to the question </a:t>
            </a:r>
            <a:r>
              <a:rPr lang="en-US" sz="2400"/>
              <a:t>e.g. </a:t>
            </a:r>
          </a:p>
          <a:p>
            <a:r>
              <a:rPr lang="en-US" sz="2400" b="1"/>
              <a:t>Q</a:t>
            </a:r>
            <a:r>
              <a:rPr lang="en-US" sz="2400"/>
              <a:t> ‘Who are Matthew, Mark, Luke and John?’ </a:t>
            </a:r>
          </a:p>
          <a:p>
            <a:r>
              <a:rPr lang="en-US" sz="2400" b="1"/>
              <a:t>A</a:t>
            </a:r>
            <a:r>
              <a:rPr lang="en-US" sz="2400"/>
              <a:t> </a:t>
            </a:r>
            <a:r>
              <a:rPr lang="en-US" sz="2400">
                <a:solidFill>
                  <a:srgbClr val="FF0000"/>
                </a:solidFill>
              </a:rPr>
              <a:t>The authors of the Gospels </a:t>
            </a:r>
          </a:p>
          <a:p>
            <a:pPr marL="0" indent="0">
              <a:buNone/>
            </a:pPr>
            <a:r>
              <a:rPr lang="en-US" sz="2400" i="1"/>
              <a:t>2 marks - </a:t>
            </a:r>
            <a:r>
              <a:rPr lang="en-GB" sz="2400">
                <a:highlight>
                  <a:srgbClr val="FFFF00"/>
                </a:highlight>
              </a:rPr>
              <a:t>include two different points </a:t>
            </a:r>
            <a:r>
              <a:rPr lang="en-GB" sz="2400" b="1"/>
              <a:t>or</a:t>
            </a:r>
            <a:r>
              <a:rPr lang="en-GB" sz="2400"/>
              <a:t> </a:t>
            </a:r>
            <a:r>
              <a:rPr lang="en-GB" sz="2400">
                <a:highlight>
                  <a:srgbClr val="FFFF00"/>
                </a:highlight>
              </a:rPr>
              <a:t>one point that has been developed</a:t>
            </a:r>
            <a:r>
              <a:rPr lang="en-GB" sz="2400"/>
              <a:t> (</a:t>
            </a:r>
            <a:r>
              <a:rPr lang="en-GB" sz="2400" u="sng"/>
              <a:t>it will be clear from the question what you need to do!)</a:t>
            </a:r>
          </a:p>
          <a:p>
            <a:r>
              <a:rPr lang="en-GB" sz="2400" b="1"/>
              <a:t>Q </a:t>
            </a:r>
            <a:r>
              <a:rPr lang="en-GB" sz="2400"/>
              <a:t>‘Give two Christian values’ </a:t>
            </a:r>
          </a:p>
          <a:p>
            <a:r>
              <a:rPr lang="en-GB" sz="2400" b="1"/>
              <a:t>A </a:t>
            </a:r>
            <a:r>
              <a:rPr lang="en-GB" sz="2400">
                <a:solidFill>
                  <a:srgbClr val="FF0000"/>
                </a:solidFill>
              </a:rPr>
              <a:t>Forgiveness and Love/ Love and Service / Forgiveness and Service</a:t>
            </a:r>
          </a:p>
          <a:p>
            <a:pPr marL="0" indent="0">
              <a:buNone/>
            </a:pPr>
            <a:r>
              <a:rPr lang="en-GB" sz="2400"/>
              <a:t>OR </a:t>
            </a:r>
          </a:p>
          <a:p>
            <a:r>
              <a:rPr lang="en-GB" sz="2400" b="1"/>
              <a:t>Q </a:t>
            </a:r>
            <a:r>
              <a:rPr lang="en-GB" sz="2400"/>
              <a:t>‘Al-Rahman (Beneficent)’ is one of the 99 names for God. What does this mean and why is it important for Muslims?</a:t>
            </a:r>
          </a:p>
          <a:p>
            <a:r>
              <a:rPr lang="en-GB" sz="2400" b="1"/>
              <a:t>A </a:t>
            </a:r>
            <a:r>
              <a:rPr lang="en-GB" sz="2400">
                <a:solidFill>
                  <a:srgbClr val="FF0000"/>
                </a:solidFill>
              </a:rPr>
              <a:t>This means that God is kind and loving. It is important as Muslims are comforted knowing that God will be there to care for them. </a:t>
            </a:r>
            <a:endParaRPr lang="en-GB" sz="2400" b="1">
              <a:solidFill>
                <a:srgbClr val="FF0000"/>
              </a:solidFill>
            </a:endParaRPr>
          </a:p>
          <a:p>
            <a:pPr marL="0" indent="0">
              <a:buNone/>
            </a:pPr>
            <a:endParaRPr lang="en-GB" sz="2400"/>
          </a:p>
          <a:p>
            <a:endParaRPr lang="en-GB" sz="2400"/>
          </a:p>
        </p:txBody>
      </p:sp>
    </p:spTree>
    <p:extLst>
      <p:ext uri="{BB962C8B-B14F-4D97-AF65-F5344CB8AC3E}">
        <p14:creationId xmlns:p14="http://schemas.microsoft.com/office/powerpoint/2010/main" val="17917733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16A200-A629-6853-1CE2-4EBE5149231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DF3144B-3C5C-8A1D-5E34-4DBB0811E738}"/>
              </a:ext>
            </a:extLst>
          </p:cNvPr>
          <p:cNvSpPr>
            <a:spLocks noGrp="1"/>
          </p:cNvSpPr>
          <p:nvPr>
            <p:ph type="title"/>
          </p:nvPr>
        </p:nvSpPr>
        <p:spPr>
          <a:xfrm>
            <a:off x="838200" y="173101"/>
            <a:ext cx="10515600" cy="896747"/>
          </a:xfrm>
        </p:spPr>
        <p:txBody>
          <a:bodyPr/>
          <a:lstStyle/>
          <a:p>
            <a:r>
              <a:rPr lang="en-GB"/>
              <a:t>vs. 4 marks</a:t>
            </a:r>
          </a:p>
        </p:txBody>
      </p:sp>
      <p:sp>
        <p:nvSpPr>
          <p:cNvPr id="3" name="Content Placeholder 2">
            <a:extLst>
              <a:ext uri="{FF2B5EF4-FFF2-40B4-BE49-F238E27FC236}">
                <a16:creationId xmlns:a16="http://schemas.microsoft.com/office/drawing/2014/main" id="{62C40DE8-5A14-1699-32CA-FFA78927BB69}"/>
              </a:ext>
            </a:extLst>
          </p:cNvPr>
          <p:cNvSpPr>
            <a:spLocks noGrp="1"/>
          </p:cNvSpPr>
          <p:nvPr>
            <p:ph idx="1"/>
          </p:nvPr>
        </p:nvSpPr>
        <p:spPr>
          <a:xfrm>
            <a:off x="838200" y="1152144"/>
            <a:ext cx="10515600" cy="5367528"/>
          </a:xfrm>
        </p:spPr>
        <p:style>
          <a:lnRef idx="2">
            <a:schemeClr val="dk1"/>
          </a:lnRef>
          <a:fillRef idx="1">
            <a:schemeClr val="lt1"/>
          </a:fillRef>
          <a:effectRef idx="0">
            <a:schemeClr val="dk1"/>
          </a:effectRef>
          <a:fontRef idx="minor">
            <a:schemeClr val="dk1"/>
          </a:fontRef>
        </p:style>
        <p:txBody>
          <a:bodyPr>
            <a:normAutofit/>
          </a:bodyPr>
          <a:lstStyle/>
          <a:p>
            <a:pPr marL="0" indent="0">
              <a:buNone/>
            </a:pPr>
            <a:r>
              <a:rPr lang="en-US" sz="2400" i="1"/>
              <a:t>4 marks - </a:t>
            </a:r>
            <a:r>
              <a:rPr lang="en-GB" sz="2400">
                <a:highlight>
                  <a:srgbClr val="FFFF00"/>
                </a:highlight>
              </a:rPr>
              <a:t>include two points that have been developed </a:t>
            </a:r>
          </a:p>
          <a:p>
            <a:r>
              <a:rPr lang="en-US" sz="2400" b="1"/>
              <a:t>Q: </a:t>
            </a:r>
            <a:r>
              <a:rPr lang="en-US" sz="2400"/>
              <a:t>Outline two reasons performing salat is important to Muslims (4 marks).</a:t>
            </a:r>
          </a:p>
          <a:p>
            <a:r>
              <a:rPr lang="en-US" sz="2400" b="1"/>
              <a:t>A: </a:t>
            </a:r>
            <a:r>
              <a:rPr lang="en-US" sz="2400"/>
              <a:t>Performing five daily prayers is important to Muslims because it unites them with the Muslim community [</a:t>
            </a:r>
            <a:r>
              <a:rPr lang="en-US" sz="2400" b="1"/>
              <a:t>point</a:t>
            </a:r>
            <a:r>
              <a:rPr lang="en-US" sz="2400"/>
              <a:t>]. By praying together, at the same time and in the same direction, they show they are part of the ummah [</a:t>
            </a:r>
            <a:r>
              <a:rPr lang="en-US" sz="2400" b="1"/>
              <a:t>development</a:t>
            </a:r>
            <a:r>
              <a:rPr lang="en-US" sz="2400"/>
              <a:t>]. </a:t>
            </a:r>
            <a:br>
              <a:rPr lang="en-US" sz="2400"/>
            </a:br>
            <a:r>
              <a:rPr lang="en-US" sz="2400"/>
              <a:t>It is also important because it shows submission to Allah [</a:t>
            </a:r>
            <a:r>
              <a:rPr lang="en-US" sz="2400" b="1"/>
              <a:t>point</a:t>
            </a:r>
            <a:r>
              <a:rPr lang="en-US" sz="2400"/>
              <a:t>]. The word Islam means submission and by praying regularly you are showing Allah you submit to His will and that He is of central importance in your life [</a:t>
            </a:r>
            <a:r>
              <a:rPr lang="en-US" sz="2400" b="1"/>
              <a:t>development</a:t>
            </a:r>
            <a:r>
              <a:rPr lang="en-US" sz="2400"/>
              <a:t>].</a:t>
            </a:r>
          </a:p>
        </p:txBody>
      </p:sp>
    </p:spTree>
    <p:extLst>
      <p:ext uri="{BB962C8B-B14F-4D97-AF65-F5344CB8AC3E}">
        <p14:creationId xmlns:p14="http://schemas.microsoft.com/office/powerpoint/2010/main" val="349242830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05FDC1-C30F-76F7-DEE5-095A11451FDF}"/>
              </a:ext>
            </a:extLst>
          </p:cNvPr>
          <p:cNvSpPr>
            <a:spLocks noGrp="1"/>
          </p:cNvSpPr>
          <p:nvPr>
            <p:ph type="title"/>
          </p:nvPr>
        </p:nvSpPr>
        <p:spPr/>
        <p:txBody>
          <a:bodyPr/>
          <a:lstStyle/>
          <a:p>
            <a:r>
              <a:rPr lang="en-GB"/>
              <a:t>Essay guide</a:t>
            </a:r>
          </a:p>
        </p:txBody>
      </p:sp>
      <p:sp>
        <p:nvSpPr>
          <p:cNvPr id="3" name="Content Placeholder 2">
            <a:extLst>
              <a:ext uri="{FF2B5EF4-FFF2-40B4-BE49-F238E27FC236}">
                <a16:creationId xmlns:a16="http://schemas.microsoft.com/office/drawing/2014/main" id="{ED2EECF0-2FDD-CCF9-A6C5-698813774EFA}"/>
              </a:ext>
            </a:extLst>
          </p:cNvPr>
          <p:cNvSpPr>
            <a:spLocks noGrp="1"/>
          </p:cNvSpPr>
          <p:nvPr>
            <p:ph idx="1"/>
          </p:nvPr>
        </p:nvSpPr>
        <p:spPr/>
        <p:txBody>
          <a:bodyPr/>
          <a:lstStyle/>
          <a:p>
            <a:r>
              <a:rPr lang="en-GB" sz="2800" u="sng"/>
              <a:t>For a 12 mark ‘explain’ question</a:t>
            </a:r>
            <a:r>
              <a:rPr lang="en-GB" sz="2800"/>
              <a:t>: you need to include </a:t>
            </a:r>
            <a:r>
              <a:rPr lang="en-GB" sz="2800" b="1"/>
              <a:t>one </a:t>
            </a:r>
            <a:r>
              <a:rPr lang="en-GB" sz="2800"/>
              <a:t>paragraph </a:t>
            </a:r>
            <a:r>
              <a:rPr lang="en-GB"/>
              <a:t>arguing </a:t>
            </a:r>
            <a:r>
              <a:rPr lang="en-GB" sz="2800" b="1">
                <a:solidFill>
                  <a:srgbClr val="FF0000"/>
                </a:solidFill>
              </a:rPr>
              <a:t>for</a:t>
            </a:r>
            <a:r>
              <a:rPr lang="en-GB" sz="2800"/>
              <a:t>,</a:t>
            </a:r>
            <a:r>
              <a:rPr lang="en-GB" sz="2800" b="1">
                <a:solidFill>
                  <a:srgbClr val="FF0000"/>
                </a:solidFill>
              </a:rPr>
              <a:t> </a:t>
            </a:r>
            <a:r>
              <a:rPr lang="en-GB" sz="2800" b="1"/>
              <a:t>one </a:t>
            </a:r>
            <a:r>
              <a:rPr lang="en-GB" sz="2800"/>
              <a:t>paragraph arguing </a:t>
            </a:r>
            <a:r>
              <a:rPr lang="en-GB" sz="2800" b="1">
                <a:solidFill>
                  <a:srgbClr val="FF0000"/>
                </a:solidFill>
              </a:rPr>
              <a:t>against </a:t>
            </a:r>
            <a:r>
              <a:rPr lang="en-GB" sz="2800"/>
              <a:t>and a </a:t>
            </a:r>
            <a:r>
              <a:rPr lang="en-GB" sz="2800" b="1"/>
              <a:t>final</a:t>
            </a:r>
            <a:r>
              <a:rPr lang="en-GB" sz="2800" b="1">
                <a:solidFill>
                  <a:srgbClr val="FF0000"/>
                </a:solidFill>
              </a:rPr>
              <a:t> </a:t>
            </a:r>
            <a:r>
              <a:rPr lang="en-GB" sz="2800"/>
              <a:t>paragraph with a </a:t>
            </a:r>
            <a:r>
              <a:rPr lang="en-GB" sz="2800" b="1">
                <a:solidFill>
                  <a:srgbClr val="FF0000"/>
                </a:solidFill>
              </a:rPr>
              <a:t>justified</a:t>
            </a:r>
            <a:r>
              <a:rPr lang="en-GB" sz="2800"/>
              <a:t> </a:t>
            </a:r>
            <a:r>
              <a:rPr lang="en-GB" sz="2800" b="1">
                <a:solidFill>
                  <a:srgbClr val="FF0000"/>
                </a:solidFill>
              </a:rPr>
              <a:t>conclusion</a:t>
            </a:r>
          </a:p>
          <a:p>
            <a:r>
              <a:rPr lang="en-GB"/>
              <a:t>You will need to include AT LEAST one point which you develop and back up with evidence. This might include a quote, an example or a belief</a:t>
            </a:r>
          </a:p>
          <a:p>
            <a:r>
              <a:rPr lang="en-GB"/>
              <a:t>For your conclusion you will need to explain </a:t>
            </a:r>
            <a:r>
              <a:rPr lang="en-GB" u="sng"/>
              <a:t>why</a:t>
            </a:r>
            <a:r>
              <a:rPr lang="en-GB"/>
              <a:t> you have chosen the side you have</a:t>
            </a:r>
          </a:p>
        </p:txBody>
      </p:sp>
    </p:spTree>
    <p:extLst>
      <p:ext uri="{BB962C8B-B14F-4D97-AF65-F5344CB8AC3E}">
        <p14:creationId xmlns:p14="http://schemas.microsoft.com/office/powerpoint/2010/main" val="3673842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74629B3-073C-97B4-FF11-97EF653C1ED1}"/>
              </a:ext>
            </a:extLst>
          </p:cNvPr>
          <p:cNvSpPr>
            <a:spLocks noGrp="1"/>
          </p:cNvSpPr>
          <p:nvPr>
            <p:ph type="title"/>
          </p:nvPr>
        </p:nvSpPr>
        <p:spPr>
          <a:xfrm>
            <a:off x="97972" y="125640"/>
            <a:ext cx="10515600" cy="799646"/>
          </a:xfrm>
        </p:spPr>
        <p:txBody>
          <a:bodyPr/>
          <a:lstStyle/>
          <a:p>
            <a:r>
              <a:rPr lang="en-GB"/>
              <a:t>Mark scheme reminder</a:t>
            </a:r>
          </a:p>
        </p:txBody>
      </p:sp>
      <p:sp>
        <p:nvSpPr>
          <p:cNvPr id="5" name="Content Placeholder 4">
            <a:extLst>
              <a:ext uri="{FF2B5EF4-FFF2-40B4-BE49-F238E27FC236}">
                <a16:creationId xmlns:a16="http://schemas.microsoft.com/office/drawing/2014/main" id="{38A40FC9-173B-EC0C-C639-E3DFFE4068B5}"/>
              </a:ext>
            </a:extLst>
          </p:cNvPr>
          <p:cNvSpPr>
            <a:spLocks noGrp="1"/>
          </p:cNvSpPr>
          <p:nvPr>
            <p:ph idx="1"/>
          </p:nvPr>
        </p:nvSpPr>
        <p:spPr>
          <a:xfrm>
            <a:off x="97972" y="1099456"/>
            <a:ext cx="11821885" cy="5540829"/>
          </a:xfrm>
        </p:spPr>
        <p:style>
          <a:lnRef idx="2">
            <a:schemeClr val="accent1"/>
          </a:lnRef>
          <a:fillRef idx="1">
            <a:schemeClr val="lt1"/>
          </a:fillRef>
          <a:effectRef idx="0">
            <a:schemeClr val="accent1"/>
          </a:effectRef>
          <a:fontRef idx="minor">
            <a:schemeClr val="dk1"/>
          </a:fontRef>
        </p:style>
        <p:txBody>
          <a:bodyPr>
            <a:noAutofit/>
          </a:bodyPr>
          <a:lstStyle/>
          <a:p>
            <a:r>
              <a:rPr lang="en-GB" sz="2200" b="1"/>
              <a:t>1-3  </a:t>
            </a:r>
            <a:r>
              <a:rPr lang="en-GB" sz="2200"/>
              <a:t>You have answered the question in a simple and straight-forward way; few points and limited/one-sided development. Content contains inaccuracies. Ideas may be disorganised with poor use of paragraphs etc.</a:t>
            </a:r>
          </a:p>
          <a:p>
            <a:r>
              <a:rPr lang="en-GB" sz="2200" b="1"/>
              <a:t>4-6</a:t>
            </a:r>
            <a:r>
              <a:rPr lang="en-GB" sz="2200"/>
              <a:t>  A balanced argument and a simple conclusion. Points have some justification and conclusion is explained briefly but both are lacking in sufficient detail, key terminology or evidence. Points are listed or meandering and are not connected to each other.</a:t>
            </a:r>
          </a:p>
          <a:p>
            <a:r>
              <a:rPr lang="en-GB" sz="2200" b="1"/>
              <a:t>7-9  </a:t>
            </a:r>
            <a:r>
              <a:rPr lang="en-GB" sz="2200"/>
              <a:t>You have explained and evidenced a range of points for both sides of the argument. Some effective use of key terminology. You have made a basic analysis of the relative strength of the points made. You have structured your discussion in a way that shows an awareness of how points compare/relate to each other. Your conclusion is partially justified.</a:t>
            </a:r>
          </a:p>
          <a:p>
            <a:r>
              <a:rPr lang="en-GB" sz="2200" b="1"/>
              <a:t>10-12  </a:t>
            </a:r>
            <a:r>
              <a:rPr lang="en-GB" sz="2200"/>
              <a:t>You have explained a range of points for both sides of the argument accurately and in detail, using key terminology fluently. You have evaluated the relative strength of the different points and pulled this together to form a fully justified conclusion. Discussion is carefully structured and thoughtful connections/comparisons between points are made. You have shown an awareness of how cultural/historical context is relevant to the debate. </a:t>
            </a:r>
          </a:p>
          <a:p>
            <a:endParaRPr lang="en-GB" sz="2200"/>
          </a:p>
        </p:txBody>
      </p:sp>
    </p:spTree>
    <p:extLst>
      <p:ext uri="{BB962C8B-B14F-4D97-AF65-F5344CB8AC3E}">
        <p14:creationId xmlns:p14="http://schemas.microsoft.com/office/powerpoint/2010/main" val="283159875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23672" y="108454"/>
            <a:ext cx="10515600" cy="722819"/>
          </a:xfrm>
        </p:spPr>
        <p:txBody>
          <a:bodyPr/>
          <a:lstStyle/>
          <a:p>
            <a:r>
              <a:rPr lang="en-GB"/>
              <a:t>For example…</a:t>
            </a:r>
          </a:p>
        </p:txBody>
      </p:sp>
      <p:sp>
        <p:nvSpPr>
          <p:cNvPr id="3" name="Content Placeholder 2"/>
          <p:cNvSpPr>
            <a:spLocks noGrp="1"/>
          </p:cNvSpPr>
          <p:nvPr>
            <p:ph idx="1"/>
          </p:nvPr>
        </p:nvSpPr>
        <p:spPr>
          <a:xfrm>
            <a:off x="323273" y="831274"/>
            <a:ext cx="11619345" cy="6026726"/>
          </a:xfrm>
        </p:spPr>
        <p:style>
          <a:lnRef idx="2">
            <a:schemeClr val="dk1"/>
          </a:lnRef>
          <a:fillRef idx="1">
            <a:schemeClr val="lt1"/>
          </a:fillRef>
          <a:effectRef idx="0">
            <a:schemeClr val="dk1"/>
          </a:effectRef>
          <a:fontRef idx="minor">
            <a:schemeClr val="dk1"/>
          </a:fontRef>
        </p:style>
        <p:txBody>
          <a:bodyPr>
            <a:noAutofit/>
          </a:bodyPr>
          <a:lstStyle/>
          <a:p>
            <a:pPr marL="0" indent="0">
              <a:lnSpc>
                <a:spcPct val="100000"/>
              </a:lnSpc>
              <a:spcAft>
                <a:spcPts val="600"/>
              </a:spcAft>
              <a:buNone/>
            </a:pPr>
            <a:r>
              <a:rPr lang="en-GB" sz="1900" b="1">
                <a:solidFill>
                  <a:srgbClr val="FF0000"/>
                </a:solidFill>
              </a:rPr>
              <a:t>Q</a:t>
            </a:r>
            <a:r>
              <a:rPr lang="en-GB" sz="1900"/>
              <a:t>: ‘</a:t>
            </a:r>
            <a:r>
              <a:rPr lang="en-GB" sz="1900" i="1"/>
              <a:t>A synagogue is not essential for Jewish communities.’ </a:t>
            </a:r>
            <a:r>
              <a:rPr lang="en-US" sz="1900" i="1"/>
              <a:t>Do you agree? Explain points for both sides of the argument before coming to your own justified conclusion. </a:t>
            </a:r>
            <a:r>
              <a:rPr lang="en-GB" sz="1900"/>
              <a:t>(12 marks)</a:t>
            </a:r>
          </a:p>
          <a:p>
            <a:pPr>
              <a:lnSpc>
                <a:spcPct val="100000"/>
              </a:lnSpc>
              <a:spcBef>
                <a:spcPts val="0"/>
              </a:spcBef>
              <a:buClr>
                <a:schemeClr val="tx1">
                  <a:lumMod val="75000"/>
                  <a:lumOff val="25000"/>
                </a:schemeClr>
              </a:buClr>
            </a:pPr>
            <a:r>
              <a:rPr lang="en-GB" sz="1900" b="1">
                <a:solidFill>
                  <a:srgbClr val="FF0000"/>
                </a:solidFill>
              </a:rPr>
              <a:t>A</a:t>
            </a:r>
            <a:r>
              <a:rPr lang="en-GB" sz="1900"/>
              <a:t>: Some people would argue that a synagogue is </a:t>
            </a:r>
            <a:r>
              <a:rPr lang="en-GB" sz="1900" b="1"/>
              <a:t>not essential </a:t>
            </a:r>
            <a:r>
              <a:rPr lang="en-GB" sz="1900"/>
              <a:t>for Jewish communities as praising and showing thanks to G-d can be done anywhere[</a:t>
            </a:r>
            <a:r>
              <a:rPr lang="en-GB" sz="1900" b="1">
                <a:solidFill>
                  <a:srgbClr val="FF0000"/>
                </a:solidFill>
              </a:rPr>
              <a:t>point</a:t>
            </a:r>
            <a:r>
              <a:rPr lang="en-GB" sz="1900"/>
              <a:t>]. Jews believe that G-d is omnipotent and omnipresent, which means that He can be experienced anywhere, not just in a synagogue. [</a:t>
            </a:r>
            <a:r>
              <a:rPr lang="en-GB" sz="1900" b="1">
                <a:solidFill>
                  <a:srgbClr val="FF0000"/>
                </a:solidFill>
              </a:rPr>
              <a:t>development</a:t>
            </a:r>
            <a:r>
              <a:rPr lang="en-GB" sz="1900"/>
              <a:t>]. When the Jewish Temple was destroyed in 70 CE Jews had nowhere to worship but were still able to maintain their faith which shows that a synagogue is not essential for Jewish communities [</a:t>
            </a:r>
            <a:r>
              <a:rPr lang="en-GB" sz="1900" b="1">
                <a:solidFill>
                  <a:srgbClr val="FF0000"/>
                </a:solidFill>
              </a:rPr>
              <a:t>example</a:t>
            </a:r>
            <a:r>
              <a:rPr lang="en-GB" sz="1900"/>
              <a:t>]. </a:t>
            </a:r>
            <a:r>
              <a:rPr lang="en-US" sz="1900"/>
              <a:t>This is a </a:t>
            </a:r>
            <a:r>
              <a:rPr lang="en-US" sz="1900" b="1" u="sng"/>
              <a:t>fairly strong argument </a:t>
            </a:r>
            <a:r>
              <a:rPr lang="en-US" sz="1900"/>
              <a:t>because it shows that Jewish faith can continue even without a synagogue, although it may ignore the importance of community worship. [</a:t>
            </a:r>
            <a:r>
              <a:rPr lang="en-US" sz="1900" b="1">
                <a:solidFill>
                  <a:srgbClr val="FF0000"/>
                </a:solidFill>
              </a:rPr>
              <a:t>appraisal</a:t>
            </a:r>
            <a:r>
              <a:rPr lang="en-US" sz="1900"/>
              <a:t>]</a:t>
            </a:r>
          </a:p>
          <a:p>
            <a:pPr>
              <a:lnSpc>
                <a:spcPct val="100000"/>
              </a:lnSpc>
              <a:spcBef>
                <a:spcPts val="0"/>
              </a:spcBef>
              <a:buClr>
                <a:schemeClr val="tx1">
                  <a:lumMod val="75000"/>
                  <a:lumOff val="25000"/>
                </a:schemeClr>
              </a:buClr>
            </a:pPr>
            <a:r>
              <a:rPr lang="en-US" sz="1900" b="1" i="1">
                <a:solidFill>
                  <a:srgbClr val="00B050"/>
                </a:solidFill>
              </a:rPr>
              <a:t>Argument for synagogue</a:t>
            </a:r>
            <a:r>
              <a:rPr lang="en-US" sz="1900" b="1">
                <a:solidFill>
                  <a:srgbClr val="00B050"/>
                </a:solidFill>
              </a:rPr>
              <a:t>:</a:t>
            </a:r>
            <a:r>
              <a:rPr lang="en-US" sz="1900" b="1"/>
              <a:t> </a:t>
            </a:r>
            <a:r>
              <a:rPr lang="en-US" sz="1900"/>
              <a:t>important to help Jews practice faith properly, e.g. Yom Kippur</a:t>
            </a:r>
            <a:endParaRPr lang="en-GB" sz="1900"/>
          </a:p>
          <a:p>
            <a:pPr>
              <a:lnSpc>
                <a:spcPct val="100000"/>
              </a:lnSpc>
              <a:spcBef>
                <a:spcPts val="0"/>
              </a:spcBef>
              <a:buClr>
                <a:schemeClr val="tx1">
                  <a:lumMod val="75000"/>
                  <a:lumOff val="25000"/>
                </a:schemeClr>
              </a:buClr>
            </a:pPr>
            <a:r>
              <a:rPr lang="en-US" sz="1900" b="1" i="1">
                <a:solidFill>
                  <a:srgbClr val="FF0000"/>
                </a:solidFill>
              </a:rPr>
              <a:t>Argument against synagogue: </a:t>
            </a:r>
            <a:r>
              <a:rPr lang="en-US" sz="1900"/>
              <a:t>community more important, festivals like Passover celebrated at home </a:t>
            </a:r>
          </a:p>
          <a:p>
            <a:pPr>
              <a:lnSpc>
                <a:spcPct val="100000"/>
              </a:lnSpc>
              <a:spcBef>
                <a:spcPts val="0"/>
              </a:spcBef>
              <a:buClr>
                <a:schemeClr val="tx1">
                  <a:lumMod val="75000"/>
                  <a:lumOff val="25000"/>
                </a:schemeClr>
              </a:buClr>
            </a:pPr>
            <a:r>
              <a:rPr lang="en-US" sz="1900"/>
              <a:t>Another reason why a synagogue may be seen as </a:t>
            </a:r>
            <a:r>
              <a:rPr lang="en-US" sz="1900" b="1"/>
              <a:t>essential</a:t>
            </a:r>
            <a:r>
              <a:rPr lang="en-US" sz="1900"/>
              <a:t> is because it is a </a:t>
            </a:r>
            <a:r>
              <a:rPr lang="en-US" sz="1900" err="1"/>
              <a:t>centre</a:t>
            </a:r>
            <a:r>
              <a:rPr lang="en-US" sz="1900"/>
              <a:t> for learning and teaching [</a:t>
            </a:r>
            <a:r>
              <a:rPr lang="en-US" sz="1900" b="1">
                <a:solidFill>
                  <a:srgbClr val="00B050"/>
                </a:solidFill>
              </a:rPr>
              <a:t>point</a:t>
            </a:r>
            <a:r>
              <a:rPr lang="en-US" sz="1900"/>
              <a:t>]. The synagogue often includes a school or classes where children learn about the Torah and Jewish laws [</a:t>
            </a:r>
            <a:r>
              <a:rPr lang="en-US" sz="1900" b="1">
                <a:solidFill>
                  <a:srgbClr val="00B050"/>
                </a:solidFill>
              </a:rPr>
              <a:t>development</a:t>
            </a:r>
            <a:r>
              <a:rPr lang="en-US" sz="1900"/>
              <a:t>]. This helps pass on beliefs and traditions to the next generation. Without this, it might be harder for Jewish communities to stay strong over time [</a:t>
            </a:r>
            <a:r>
              <a:rPr lang="en-US" sz="1900" b="1">
                <a:solidFill>
                  <a:srgbClr val="00B050"/>
                </a:solidFill>
              </a:rPr>
              <a:t>example</a:t>
            </a:r>
            <a:r>
              <a:rPr lang="en-US" sz="1900"/>
              <a:t>]. This is a </a:t>
            </a:r>
            <a:r>
              <a:rPr lang="en-US" sz="1900" b="1" u="sng"/>
              <a:t>convincing argument </a:t>
            </a:r>
            <a:r>
              <a:rPr lang="en-US" sz="1900"/>
              <a:t>because it highlights how synagogues help preserve Judaism, which may be difficult to achieve as effectively outside a formal setting. [</a:t>
            </a:r>
            <a:r>
              <a:rPr lang="en-US" sz="1900" b="1">
                <a:solidFill>
                  <a:srgbClr val="00B050"/>
                </a:solidFill>
              </a:rPr>
              <a:t>appraisal</a:t>
            </a:r>
            <a:r>
              <a:rPr lang="en-US" sz="1900"/>
              <a:t>]</a:t>
            </a:r>
            <a:br>
              <a:rPr lang="en-US" sz="1900"/>
            </a:br>
            <a:endParaRPr lang="en-GB" sz="1900"/>
          </a:p>
        </p:txBody>
      </p:sp>
    </p:spTree>
    <p:extLst>
      <p:ext uri="{BB962C8B-B14F-4D97-AF65-F5344CB8AC3E}">
        <p14:creationId xmlns:p14="http://schemas.microsoft.com/office/powerpoint/2010/main" val="42664093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fade">
                                      <p:cBhvr>
                                        <p:cTn id="17" dur="500"/>
                                        <p:tgtEl>
                                          <p:spTgt spid="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fade">
                                      <p:cBhvr>
                                        <p:cTn id="22"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E078CC-55B1-019C-CA22-1183B3E788B3}"/>
              </a:ext>
            </a:extLst>
          </p:cNvPr>
          <p:cNvSpPr>
            <a:spLocks noGrp="1"/>
          </p:cNvSpPr>
          <p:nvPr>
            <p:ph type="title"/>
          </p:nvPr>
        </p:nvSpPr>
        <p:spPr/>
        <p:txBody>
          <a:bodyPr/>
          <a:lstStyle/>
          <a:p>
            <a:r>
              <a:rPr lang="en-GB"/>
              <a:t>Conclusions</a:t>
            </a:r>
          </a:p>
        </p:txBody>
      </p:sp>
      <p:sp>
        <p:nvSpPr>
          <p:cNvPr id="3" name="Content Placeholder 2">
            <a:extLst>
              <a:ext uri="{FF2B5EF4-FFF2-40B4-BE49-F238E27FC236}">
                <a16:creationId xmlns:a16="http://schemas.microsoft.com/office/drawing/2014/main" id="{775148FB-2777-9204-7B4E-A7FB19A50844}"/>
              </a:ext>
            </a:extLst>
          </p:cNvPr>
          <p:cNvSpPr>
            <a:spLocks noGrp="1"/>
          </p:cNvSpPr>
          <p:nvPr>
            <p:ph idx="1"/>
          </p:nvPr>
        </p:nvSpPr>
        <p:spPr/>
        <p:txBody>
          <a:bodyPr>
            <a:normAutofit/>
          </a:bodyPr>
          <a:lstStyle/>
          <a:p>
            <a:r>
              <a:rPr lang="en-US"/>
              <a:t>Don’t just end on the fence or with a simple sentence. You need to clearly explain why you have chosen the side you have.</a:t>
            </a:r>
          </a:p>
          <a:p>
            <a:r>
              <a:rPr lang="en-US" sz="2400" b="1"/>
              <a:t>E.g. </a:t>
            </a:r>
            <a:r>
              <a:rPr lang="en-US" sz="2400"/>
              <a:t>In conclusion, I disagree with the statement [</a:t>
            </a:r>
            <a:r>
              <a:rPr lang="en-US" sz="2400" b="1">
                <a:solidFill>
                  <a:srgbClr val="0070C0"/>
                </a:solidFill>
              </a:rPr>
              <a:t>judgement</a:t>
            </a:r>
            <a:r>
              <a:rPr lang="en-US" sz="2400"/>
              <a:t>]. Although Jews can worship G-d anywhere and their faith has survived difficult historical events like the destruction of the Temple, the synagogue is still very important because it brings the community together and helps maintain traditions [</a:t>
            </a:r>
            <a:r>
              <a:rPr lang="en-US" sz="2400" b="1">
                <a:solidFill>
                  <a:srgbClr val="0070C0"/>
                </a:solidFill>
              </a:rPr>
              <a:t>evaluation</a:t>
            </a:r>
            <a:r>
              <a:rPr lang="en-US" sz="2400"/>
              <a:t>]. Overall, while it may not be completely essential, it plays such a key role in worship, learning, and community life that it is very difficult to replace.</a:t>
            </a:r>
            <a:endParaRPr lang="en-GB" sz="2400"/>
          </a:p>
        </p:txBody>
      </p:sp>
    </p:spTree>
    <p:extLst>
      <p:ext uri="{BB962C8B-B14F-4D97-AF65-F5344CB8AC3E}">
        <p14:creationId xmlns:p14="http://schemas.microsoft.com/office/powerpoint/2010/main" val="42910739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General advice</a:t>
            </a:r>
          </a:p>
        </p:txBody>
      </p:sp>
      <p:sp>
        <p:nvSpPr>
          <p:cNvPr id="3" name="Content Placeholder 2"/>
          <p:cNvSpPr>
            <a:spLocks noGrp="1"/>
          </p:cNvSpPr>
          <p:nvPr>
            <p:ph idx="1"/>
          </p:nvPr>
        </p:nvSpPr>
        <p:spPr/>
        <p:txBody>
          <a:bodyPr/>
          <a:lstStyle/>
          <a:p>
            <a:r>
              <a:rPr lang="en-GB" b="1">
                <a:solidFill>
                  <a:srgbClr val="FF0000"/>
                </a:solidFill>
              </a:rPr>
              <a:t>Read the question carefully </a:t>
            </a:r>
            <a:r>
              <a:rPr lang="en-GB"/>
              <a:t>so that you are sure you know what it is asking</a:t>
            </a:r>
          </a:p>
          <a:p>
            <a:endParaRPr lang="en-GB"/>
          </a:p>
          <a:p>
            <a:r>
              <a:rPr lang="en-GB"/>
              <a:t>The person marking your exam is on your side so ensure that you </a:t>
            </a:r>
            <a:r>
              <a:rPr lang="en-GB" b="1">
                <a:solidFill>
                  <a:srgbClr val="FF0000"/>
                </a:solidFill>
              </a:rPr>
              <a:t>make it easy for them to give you the marks</a:t>
            </a:r>
          </a:p>
          <a:p>
            <a:pPr lvl="1"/>
            <a:r>
              <a:rPr lang="en-GB"/>
              <a:t>For a ‘4 mark’ question, make it </a:t>
            </a:r>
            <a:r>
              <a:rPr lang="en-GB" i="1"/>
              <a:t>really</a:t>
            </a:r>
            <a:r>
              <a:rPr lang="en-GB"/>
              <a:t> obvious that your points are each properly developed</a:t>
            </a:r>
          </a:p>
        </p:txBody>
      </p:sp>
    </p:spTree>
    <p:extLst>
      <p:ext uri="{BB962C8B-B14F-4D97-AF65-F5344CB8AC3E}">
        <p14:creationId xmlns:p14="http://schemas.microsoft.com/office/powerpoint/2010/main" val="2848467640"/>
      </p:ext>
    </p:extLst>
  </p:cSld>
  <p:clrMapOvr>
    <a:masterClrMapping/>
  </p:clrMapOvr>
</p:sld>
</file>

<file path=ppt/theme/theme1.xml><?xml version="1.0" encoding="utf-8"?>
<a:theme xmlns:a="http://schemas.openxmlformats.org/drawingml/2006/main" name="ShapesVTI">
  <a:themeElements>
    <a:clrScheme name="Violet">
      <a:dk1>
        <a:sysClr val="windowText" lastClr="000000"/>
      </a:dk1>
      <a:lt1>
        <a:sysClr val="window" lastClr="FFFFFF"/>
      </a:lt1>
      <a:dk2>
        <a:srgbClr val="373545"/>
      </a:dk2>
      <a:lt2>
        <a:srgbClr val="DCD8DC"/>
      </a:lt2>
      <a:accent1>
        <a:srgbClr val="AD84C6"/>
      </a:accent1>
      <a:accent2>
        <a:srgbClr val="8784C7"/>
      </a:accent2>
      <a:accent3>
        <a:srgbClr val="5D739A"/>
      </a:accent3>
      <a:accent4>
        <a:srgbClr val="6997AF"/>
      </a:accent4>
      <a:accent5>
        <a:srgbClr val="84ACB6"/>
      </a:accent5>
      <a:accent6>
        <a:srgbClr val="6F8183"/>
      </a:accent6>
      <a:hlink>
        <a:srgbClr val="69A020"/>
      </a:hlink>
      <a:folHlink>
        <a:srgbClr val="8C8C8C"/>
      </a:folHlink>
    </a:clrScheme>
    <a:fontScheme name="Festival">
      <a:majorFont>
        <a:latin typeface="Tw Cen MT"/>
        <a:ea typeface=""/>
        <a:cs typeface=""/>
      </a:majorFont>
      <a:minorFont>
        <a:latin typeface="Avenir Next L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ShapesVTI" id="{C78D20FD-A872-4243-8597-B534C62538FF}" vid="{7CAFCCF9-7834-41D6-B6AB-7D225A18A4E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30E000A2E07CE544B5239C2DC4FD3691" ma:contentTypeVersion="3" ma:contentTypeDescription="Create a new document." ma:contentTypeScope="" ma:versionID="de4530c7619999d376a58c9707b273a8">
  <xsd:schema xmlns:xsd="http://www.w3.org/2001/XMLSchema" xmlns:xs="http://www.w3.org/2001/XMLSchema" xmlns:p="http://schemas.microsoft.com/office/2006/metadata/properties" xmlns:ns2="86020184-6287-4bfa-99ad-90b9a3882085" targetNamespace="http://schemas.microsoft.com/office/2006/metadata/properties" ma:root="true" ma:fieldsID="d1852fcb18c9e76eff1e0cda2f6d4829" ns2:_="">
    <xsd:import namespace="86020184-6287-4bfa-99ad-90b9a3882085"/>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6020184-6287-4bfa-99ad-90b9a388208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381C98E-B967-4AAB-A4D2-E9B584FF38D4}">
  <ds:schemaRefs>
    <ds:schemaRef ds:uri="http://schemas.microsoft.com/office/2006/metadata/properties"/>
    <ds:schemaRef ds:uri="http://schemas.microsoft.com/office/infopath/2007/PartnerControls"/>
  </ds:schemaRefs>
</ds:datastoreItem>
</file>

<file path=customXml/itemProps2.xml><?xml version="1.0" encoding="utf-8"?>
<ds:datastoreItem xmlns:ds="http://schemas.openxmlformats.org/officeDocument/2006/customXml" ds:itemID="{66B9745C-4478-4586-93A8-2944F42CD9C4}">
  <ds:schemaRefs>
    <ds:schemaRef ds:uri="http://schemas.microsoft.com/sharepoint/v3/contenttype/forms"/>
  </ds:schemaRefs>
</ds:datastoreItem>
</file>

<file path=customXml/itemProps3.xml><?xml version="1.0" encoding="utf-8"?>
<ds:datastoreItem xmlns:ds="http://schemas.openxmlformats.org/officeDocument/2006/customXml" ds:itemID="{FA415B2E-9409-4981-8C96-3D1F37EC460A}">
  <ds:schemaRefs>
    <ds:schemaRef ds:uri="86020184-6287-4bfa-99ad-90b9a3882085"/>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28</Slides>
  <Notes>1</Notes>
  <HiddenSlides>0</HiddenSlides>
  <ScaleCrop>false</ScaleCrop>
  <HeadingPairs>
    <vt:vector size="4" baseType="variant">
      <vt:variant>
        <vt:lpstr>Theme</vt:lpstr>
      </vt:variant>
      <vt:variant>
        <vt:i4>1</vt:i4>
      </vt:variant>
      <vt:variant>
        <vt:lpstr>Slide Titles</vt:lpstr>
      </vt:variant>
      <vt:variant>
        <vt:i4>28</vt:i4>
      </vt:variant>
    </vt:vector>
  </HeadingPairs>
  <TitlesOfParts>
    <vt:vector size="29" baseType="lpstr">
      <vt:lpstr>ShapesVTI</vt:lpstr>
      <vt:lpstr>UIV Revision</vt:lpstr>
      <vt:lpstr>Judaism</vt:lpstr>
      <vt:lpstr>Beliefs about G-d</vt:lpstr>
      <vt:lpstr>Moses </vt:lpstr>
      <vt:lpstr>Jewish Law inc. written and oral</vt:lpstr>
      <vt:lpstr>Worship</vt:lpstr>
      <vt:lpstr>Yom Kippur</vt:lpstr>
      <vt:lpstr>Pesach</vt:lpstr>
      <vt:lpstr>Christianity</vt:lpstr>
      <vt:lpstr>The Trinity</vt:lpstr>
      <vt:lpstr>What was Jesus like – Jesus’ opponents </vt:lpstr>
      <vt:lpstr>Sin, Sacrifice, Salvation</vt:lpstr>
      <vt:lpstr>The Resurrection</vt:lpstr>
      <vt:lpstr>Constantine’s conversion</vt:lpstr>
      <vt:lpstr>Key events in the history of Christianity Pick two!</vt:lpstr>
      <vt:lpstr>Islam</vt:lpstr>
      <vt:lpstr>The life of the prophet</vt:lpstr>
      <vt:lpstr>Rightly Guided Caliphs</vt:lpstr>
      <vt:lpstr>The Quran and Hadiths </vt:lpstr>
      <vt:lpstr>What is the structure of the exam?</vt:lpstr>
      <vt:lpstr>How are the questions marked?</vt:lpstr>
      <vt:lpstr>1 mark vs. 2 marks</vt:lpstr>
      <vt:lpstr>vs. 4 marks</vt:lpstr>
      <vt:lpstr>Essay guide</vt:lpstr>
      <vt:lpstr>Mark scheme reminder</vt:lpstr>
      <vt:lpstr>For example…</vt:lpstr>
      <vt:lpstr>Conclusions</vt:lpstr>
      <vt:lpstr>General advice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UIV Revision</dc:title>
  <dc:creator>Jade Ramsay</dc:creator>
  <cp:revision>4</cp:revision>
  <dcterms:created xsi:type="dcterms:W3CDTF">2024-05-13T08:27:34Z</dcterms:created>
  <dcterms:modified xsi:type="dcterms:W3CDTF">2026-05-12T16:21:16Z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0x01010030E000A2E07CE544B5239C2DC4FD3691</vt:lpwstr>
  </property>
</Properties>
</file>